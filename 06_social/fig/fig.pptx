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19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29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266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EBEF2CF-F4FF-BADE-4D8A-CD283D393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519" y="3925143"/>
            <a:ext cx="2684514" cy="269269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7B65E4E-7AF1-F78D-469C-AC436E57B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368" y="456082"/>
            <a:ext cx="2715142" cy="277807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797E1D1B-CF01-1EC8-71EE-5DBAB319D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87" y="4033969"/>
            <a:ext cx="2606609" cy="2475045"/>
          </a:xfrm>
          <a:prstGeom prst="rect">
            <a:avLst/>
          </a:prstGeom>
        </p:spPr>
      </p:pic>
      <p:sp>
        <p:nvSpPr>
          <p:cNvPr id="7" name="右矢印 6">
            <a:extLst>
              <a:ext uri="{FF2B5EF4-FFF2-40B4-BE49-F238E27FC236}">
                <a16:creationId xmlns:a16="http://schemas.microsoft.com/office/drawing/2014/main" id="{C4BAEF14-E5C3-ADED-032D-0E4FC35A0B4A}"/>
              </a:ext>
            </a:extLst>
          </p:cNvPr>
          <p:cNvSpPr/>
          <p:nvPr/>
        </p:nvSpPr>
        <p:spPr>
          <a:xfrm rot="3600000">
            <a:off x="4290238" y="3443219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AC22AA8E-2CFE-299E-CDA1-1C9F05E6EE9A}"/>
              </a:ext>
            </a:extLst>
          </p:cNvPr>
          <p:cNvSpPr/>
          <p:nvPr/>
        </p:nvSpPr>
        <p:spPr>
          <a:xfrm rot="7200000">
            <a:off x="2399604" y="3413051"/>
            <a:ext cx="676177" cy="3349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E40051-B0CA-D7E0-7FBF-62D116B2F318}"/>
              </a:ext>
            </a:extLst>
          </p:cNvPr>
          <p:cNvSpPr txBox="1"/>
          <p:nvPr/>
        </p:nvSpPr>
        <p:spPr>
          <a:xfrm>
            <a:off x="3156565" y="1643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初期状態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EE2D44E-F999-9F38-FD16-054710954C0A}"/>
              </a:ext>
            </a:extLst>
          </p:cNvPr>
          <p:cNvSpPr txBox="1"/>
          <p:nvPr/>
        </p:nvSpPr>
        <p:spPr>
          <a:xfrm>
            <a:off x="1315623" y="366463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自由流相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D310427-C1E9-2105-F678-D936464F6420}"/>
              </a:ext>
            </a:extLst>
          </p:cNvPr>
          <p:cNvSpPr txBox="1"/>
          <p:nvPr/>
        </p:nvSpPr>
        <p:spPr>
          <a:xfrm>
            <a:off x="5124053" y="358676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渋滞相</a:t>
            </a:r>
          </a:p>
        </p:txBody>
      </p:sp>
    </p:spTree>
    <p:extLst>
      <p:ext uri="{BB962C8B-B14F-4D97-AF65-F5344CB8AC3E}">
        <p14:creationId xmlns:p14="http://schemas.microsoft.com/office/powerpoint/2010/main" val="18037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4</Words>
  <Application>Microsoft Macintosh PowerPoint</Application>
  <PresentationFormat>画面に合わせる (4:3)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3" baseType="lpstr"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6</cp:revision>
  <dcterms:created xsi:type="dcterms:W3CDTF">2026-07-04T06:31:55Z</dcterms:created>
  <dcterms:modified xsi:type="dcterms:W3CDTF">2026-07-04T06:35:38Z</dcterms:modified>
</cp:coreProperties>
</file>