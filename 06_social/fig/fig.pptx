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2"/>
    <p:sldId id="257" r:id="rId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58"/>
  </p:normalViewPr>
  <p:slideViewPr>
    <p:cSldViewPr snapToGrid="0">
      <p:cViewPr varScale="1">
        <p:scale>
          <a:sx n="120" d="100"/>
          <a:sy n="120" d="100"/>
        </p:scale>
        <p:origin x="194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752977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902661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1EBEF2CF-F4FF-BADE-4D8A-CD283D3935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75519" y="3925143"/>
            <a:ext cx="2684514" cy="2692698"/>
          </a:xfrm>
          <a:prstGeom prst="rect">
            <a:avLst/>
          </a:prstGeom>
        </p:spPr>
      </p:pic>
      <p:pic>
        <p:nvPicPr>
          <p:cNvPr id="5" name="図 4">
            <a:extLst>
              <a:ext uri="{FF2B5EF4-FFF2-40B4-BE49-F238E27FC236}">
                <a16:creationId xmlns:a16="http://schemas.microsoft.com/office/drawing/2014/main" id="{97B65E4E-7AF1-F78D-469C-AC436E57BF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21368" y="456082"/>
            <a:ext cx="2715142" cy="2778076"/>
          </a:xfrm>
          <a:prstGeom prst="rect">
            <a:avLst/>
          </a:prstGeom>
        </p:spPr>
      </p:pic>
      <p:pic>
        <p:nvPicPr>
          <p:cNvPr id="6" name="図 5">
            <a:extLst>
              <a:ext uri="{FF2B5EF4-FFF2-40B4-BE49-F238E27FC236}">
                <a16:creationId xmlns:a16="http://schemas.microsoft.com/office/drawing/2014/main" id="{797E1D1B-CF01-1EC8-71EE-5DBAB319D5F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7087" y="4033969"/>
            <a:ext cx="2606609" cy="2475045"/>
          </a:xfrm>
          <a:prstGeom prst="rect">
            <a:avLst/>
          </a:prstGeom>
        </p:spPr>
      </p:pic>
      <p:sp>
        <p:nvSpPr>
          <p:cNvPr id="7" name="右矢印 6">
            <a:extLst>
              <a:ext uri="{FF2B5EF4-FFF2-40B4-BE49-F238E27FC236}">
                <a16:creationId xmlns:a16="http://schemas.microsoft.com/office/drawing/2014/main" id="{C4BAEF14-E5C3-ADED-032D-0E4FC35A0B4A}"/>
              </a:ext>
            </a:extLst>
          </p:cNvPr>
          <p:cNvSpPr/>
          <p:nvPr/>
        </p:nvSpPr>
        <p:spPr>
          <a:xfrm rot="3600000">
            <a:off x="4290238" y="3443219"/>
            <a:ext cx="676177" cy="334929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右矢印 7">
            <a:extLst>
              <a:ext uri="{FF2B5EF4-FFF2-40B4-BE49-F238E27FC236}">
                <a16:creationId xmlns:a16="http://schemas.microsoft.com/office/drawing/2014/main" id="{AC22AA8E-2CFE-299E-CDA1-1C9F05E6EE9A}"/>
              </a:ext>
            </a:extLst>
          </p:cNvPr>
          <p:cNvSpPr/>
          <p:nvPr/>
        </p:nvSpPr>
        <p:spPr>
          <a:xfrm rot="7200000">
            <a:off x="2399604" y="3413051"/>
            <a:ext cx="676177" cy="334929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FEE40051-B0CA-D7E0-7FBF-62D116B2F318}"/>
              </a:ext>
            </a:extLst>
          </p:cNvPr>
          <p:cNvSpPr txBox="1"/>
          <p:nvPr/>
        </p:nvSpPr>
        <p:spPr>
          <a:xfrm>
            <a:off x="3156565" y="164320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初期状態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AEE2D44E-F999-9F38-FD16-054710954C0A}"/>
              </a:ext>
            </a:extLst>
          </p:cNvPr>
          <p:cNvSpPr txBox="1"/>
          <p:nvPr/>
        </p:nvSpPr>
        <p:spPr>
          <a:xfrm>
            <a:off x="1315623" y="3664637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自由流相</a:t>
            </a: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6D310427-C1E9-2105-F678-D936464F6420}"/>
              </a:ext>
            </a:extLst>
          </p:cNvPr>
          <p:cNvSpPr txBox="1"/>
          <p:nvPr/>
        </p:nvSpPr>
        <p:spPr>
          <a:xfrm>
            <a:off x="5124053" y="3586761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渋滞相</a:t>
            </a:r>
          </a:p>
        </p:txBody>
      </p:sp>
      <p:pic>
        <p:nvPicPr>
          <p:cNvPr id="2" name="図 1">
            <a:extLst>
              <a:ext uri="{FF2B5EF4-FFF2-40B4-BE49-F238E27FC236}">
                <a16:creationId xmlns:a16="http://schemas.microsoft.com/office/drawing/2014/main" id="{653303C8-0757-892D-49E3-FE660B6108D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55361" y="691420"/>
            <a:ext cx="3409343" cy="2579819"/>
          </a:xfrm>
          <a:prstGeom prst="rect">
            <a:avLst/>
          </a:prstGeom>
        </p:spPr>
      </p:pic>
      <p:pic>
        <p:nvPicPr>
          <p:cNvPr id="3" name="図 2">
            <a:extLst>
              <a:ext uri="{FF2B5EF4-FFF2-40B4-BE49-F238E27FC236}">
                <a16:creationId xmlns:a16="http://schemas.microsoft.com/office/drawing/2014/main" id="{12B9C64F-A835-BA2D-D002-4A6F758548B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50006" y="3925143"/>
            <a:ext cx="3414698" cy="25838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3705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3DB1DDF9-83A5-E414-7405-FA732837CA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5361" y="691420"/>
            <a:ext cx="3409343" cy="2579819"/>
          </a:xfrm>
          <a:prstGeom prst="rect">
            <a:avLst/>
          </a:prstGeom>
        </p:spPr>
      </p:pic>
      <p:pic>
        <p:nvPicPr>
          <p:cNvPr id="3" name="図 2">
            <a:extLst>
              <a:ext uri="{FF2B5EF4-FFF2-40B4-BE49-F238E27FC236}">
                <a16:creationId xmlns:a16="http://schemas.microsoft.com/office/drawing/2014/main" id="{D25E86ED-6321-BF26-5C3D-2711B57425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50006" y="3925143"/>
            <a:ext cx="3414698" cy="2583871"/>
          </a:xfrm>
          <a:prstGeom prst="rect">
            <a:avLst/>
          </a:prstGeom>
        </p:spPr>
      </p:pic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608DF774-A156-582D-DCA7-32D9F586BC1C}"/>
              </a:ext>
            </a:extLst>
          </p:cNvPr>
          <p:cNvSpPr txBox="1"/>
          <p:nvPr/>
        </p:nvSpPr>
        <p:spPr>
          <a:xfrm>
            <a:off x="6761467" y="322088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渋滞相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2144890B-A9D3-704F-B3B1-FE71DE201B0B}"/>
              </a:ext>
            </a:extLst>
          </p:cNvPr>
          <p:cNvSpPr txBox="1"/>
          <p:nvPr/>
        </p:nvSpPr>
        <p:spPr>
          <a:xfrm>
            <a:off x="6646050" y="3586762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自由流相</a:t>
            </a:r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B54AA4DB-A3F2-B895-0D61-731434FE4CF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5404" y="2189637"/>
            <a:ext cx="2715142" cy="2778076"/>
          </a:xfrm>
          <a:prstGeom prst="rect">
            <a:avLst/>
          </a:prstGeom>
        </p:spPr>
      </p:pic>
      <p:sp>
        <p:nvSpPr>
          <p:cNvPr id="7" name="右矢印 6">
            <a:extLst>
              <a:ext uri="{FF2B5EF4-FFF2-40B4-BE49-F238E27FC236}">
                <a16:creationId xmlns:a16="http://schemas.microsoft.com/office/drawing/2014/main" id="{10379A92-48B1-A100-22CC-CCA33E70A3FF}"/>
              </a:ext>
            </a:extLst>
          </p:cNvPr>
          <p:cNvSpPr/>
          <p:nvPr/>
        </p:nvSpPr>
        <p:spPr>
          <a:xfrm rot="19456928">
            <a:off x="4030343" y="2205836"/>
            <a:ext cx="676177" cy="334929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右矢印 7">
            <a:extLst>
              <a:ext uri="{FF2B5EF4-FFF2-40B4-BE49-F238E27FC236}">
                <a16:creationId xmlns:a16="http://schemas.microsoft.com/office/drawing/2014/main" id="{863E1EE5-27D6-427F-B5EF-0BC2B12FE7F1}"/>
              </a:ext>
            </a:extLst>
          </p:cNvPr>
          <p:cNvSpPr/>
          <p:nvPr/>
        </p:nvSpPr>
        <p:spPr>
          <a:xfrm rot="1456928">
            <a:off x="4126838" y="4433777"/>
            <a:ext cx="676177" cy="334929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811FF9BB-49A9-A51E-4531-1E58957A99DF}"/>
              </a:ext>
            </a:extLst>
          </p:cNvPr>
          <p:cNvSpPr txBox="1"/>
          <p:nvPr/>
        </p:nvSpPr>
        <p:spPr>
          <a:xfrm>
            <a:off x="1868977" y="1820305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初期状態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C28C1CF2-E65C-F110-021B-BBA06F13C233}"/>
              </a:ext>
            </a:extLst>
          </p:cNvPr>
          <p:cNvSpPr txBox="1"/>
          <p:nvPr/>
        </p:nvSpPr>
        <p:spPr>
          <a:xfrm>
            <a:off x="3352768" y="1150332"/>
            <a:ext cx="203132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ja-JP" altLang="en-US"/>
              <a:t>反射神経が小さい</a:t>
            </a:r>
            <a:endParaRPr kumimoji="1" lang="en-US" altLang="ja-JP" dirty="0"/>
          </a:p>
          <a:p>
            <a:pPr algn="ctr"/>
            <a:r>
              <a:rPr kumimoji="1" lang="en-US" altLang="ja-JP" dirty="0"/>
              <a:t>(a=1.0)</a:t>
            </a:r>
            <a:endParaRPr kumimoji="1" lang="ja-JP" altLang="en-US"/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6D7C36EB-8F5D-3E1F-2641-E31A1CC1A953}"/>
              </a:ext>
            </a:extLst>
          </p:cNvPr>
          <p:cNvSpPr txBox="1"/>
          <p:nvPr/>
        </p:nvSpPr>
        <p:spPr>
          <a:xfrm>
            <a:off x="3318681" y="4967713"/>
            <a:ext cx="203132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ja-JP" altLang="en-US"/>
              <a:t>反射神経が大きい</a:t>
            </a:r>
            <a:endParaRPr kumimoji="1" lang="en-US" altLang="ja-JP" dirty="0"/>
          </a:p>
          <a:p>
            <a:pPr algn="ctr"/>
            <a:r>
              <a:rPr kumimoji="1" lang="en-US" altLang="ja-JP" dirty="0"/>
              <a:t>(a=3.0)</a:t>
            </a:r>
            <a:endParaRPr kumimoji="1" lang="ja-JP" altLang="en-US"/>
          </a:p>
        </p:txBody>
      </p:sp>
      <p:sp>
        <p:nvSpPr>
          <p:cNvPr id="12" name="円/楕円 11">
            <a:extLst>
              <a:ext uri="{FF2B5EF4-FFF2-40B4-BE49-F238E27FC236}">
                <a16:creationId xmlns:a16="http://schemas.microsoft.com/office/drawing/2014/main" id="{2A3E8134-4E6C-87CA-63C6-A7D88987963C}"/>
              </a:ext>
            </a:extLst>
          </p:cNvPr>
          <p:cNvSpPr/>
          <p:nvPr/>
        </p:nvSpPr>
        <p:spPr>
          <a:xfrm>
            <a:off x="1449540" y="2635148"/>
            <a:ext cx="1903228" cy="1903228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6857897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 テーマ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テーマ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</TotalTime>
  <Words>26</Words>
  <Application>Microsoft Macintosh PowerPoint</Application>
  <PresentationFormat>画面に合わせる (4:3)</PresentationFormat>
  <Paragraphs>10</Paragraphs>
  <Slides>2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1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2</vt:i4>
      </vt:variant>
    </vt:vector>
  </HeadingPairs>
  <TitlesOfParts>
    <vt:vector size="4" baseType="lpstr">
      <vt:lpstr>Arial</vt:lpstr>
      <vt:lpstr>Office テーマ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渡辺 宙志</dc:creator>
  <cp:lastModifiedBy>渡辺 宙志</cp:lastModifiedBy>
  <cp:revision>10</cp:revision>
  <dcterms:created xsi:type="dcterms:W3CDTF">2026-07-04T06:31:55Z</dcterms:created>
  <dcterms:modified xsi:type="dcterms:W3CDTF">2026-07-07T04:07:11Z</dcterms:modified>
</cp:coreProperties>
</file>