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61BC732-C6E2-6F7E-BF81-F06B49C885FF}"/>
              </a:ext>
            </a:extLst>
          </p:cNvPr>
          <p:cNvSpPr/>
          <p:nvPr/>
        </p:nvSpPr>
        <p:spPr>
          <a:xfrm>
            <a:off x="659219" y="1488558"/>
            <a:ext cx="4550734" cy="30302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 descr="車のキャラクターのイラスト（赤）">
            <a:extLst>
              <a:ext uri="{FF2B5EF4-FFF2-40B4-BE49-F238E27FC236}">
                <a16:creationId xmlns:a16="http://schemas.microsoft.com/office/drawing/2014/main" id="{92A18894-160C-F4A5-75B6-1EADBFFEF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005071" y="882502"/>
            <a:ext cx="1262617" cy="909084"/>
          </a:xfrm>
          <a:prstGeom prst="rect">
            <a:avLst/>
          </a:prstGeom>
        </p:spPr>
      </p:pic>
      <p:pic>
        <p:nvPicPr>
          <p:cNvPr id="3" name="図 2" descr="車のキャラクターのイラスト（青）">
            <a:extLst>
              <a:ext uri="{FF2B5EF4-FFF2-40B4-BE49-F238E27FC236}">
                <a16:creationId xmlns:a16="http://schemas.microsoft.com/office/drawing/2014/main" id="{23EC3681-1F42-BEAA-BA6C-160434E47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429294" y="882502"/>
            <a:ext cx="1262617" cy="909084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2F1A9A7-909E-2916-0120-E88DABF7BDC3}"/>
              </a:ext>
            </a:extLst>
          </p:cNvPr>
          <p:cNvCxnSpPr/>
          <p:nvPr/>
        </p:nvCxnSpPr>
        <p:spPr>
          <a:xfrm>
            <a:off x="2235789" y="738962"/>
            <a:ext cx="0" cy="12121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51744F04-82DC-142B-DBE4-48F6D17C1C33}"/>
              </a:ext>
            </a:extLst>
          </p:cNvPr>
          <p:cNvCxnSpPr/>
          <p:nvPr/>
        </p:nvCxnSpPr>
        <p:spPr>
          <a:xfrm>
            <a:off x="4646431" y="738962"/>
            <a:ext cx="0" cy="12121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右矢印 7">
            <a:extLst>
              <a:ext uri="{FF2B5EF4-FFF2-40B4-BE49-F238E27FC236}">
                <a16:creationId xmlns:a16="http://schemas.microsoft.com/office/drawing/2014/main" id="{EF8D8FC2-DBF9-DF6C-E9F9-8A9A181E3C06}"/>
              </a:ext>
            </a:extLst>
          </p:cNvPr>
          <p:cNvSpPr/>
          <p:nvPr/>
        </p:nvSpPr>
        <p:spPr>
          <a:xfrm>
            <a:off x="2360428" y="1148316"/>
            <a:ext cx="308344" cy="340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右矢印 8">
            <a:extLst>
              <a:ext uri="{FF2B5EF4-FFF2-40B4-BE49-F238E27FC236}">
                <a16:creationId xmlns:a16="http://schemas.microsoft.com/office/drawing/2014/main" id="{E41ED536-E6CE-CC5E-C401-4707D17F3017}"/>
              </a:ext>
            </a:extLst>
          </p:cNvPr>
          <p:cNvSpPr/>
          <p:nvPr/>
        </p:nvSpPr>
        <p:spPr>
          <a:xfrm>
            <a:off x="4786127" y="1148316"/>
            <a:ext cx="308344" cy="340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A547782E-CF8D-D295-3DE5-FB611322ED41}"/>
                  </a:ext>
                </a:extLst>
              </p:cNvPr>
              <p:cNvSpPr txBox="1"/>
              <p:nvPr/>
            </p:nvSpPr>
            <p:spPr>
              <a:xfrm>
                <a:off x="2114634" y="432724"/>
                <a:ext cx="2423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A547782E-CF8D-D295-3DE5-FB611322E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4634" y="432724"/>
                <a:ext cx="242309" cy="276999"/>
              </a:xfrm>
              <a:prstGeom prst="rect">
                <a:avLst/>
              </a:prstGeom>
              <a:blipFill>
                <a:blip r:embed="rId4"/>
                <a:stretch>
                  <a:fillRect l="-15000" r="-10000" b="-181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B728771-CCFD-13D9-9614-8F34CBC896E2}"/>
                  </a:ext>
                </a:extLst>
              </p:cNvPr>
              <p:cNvSpPr txBox="1"/>
              <p:nvPr/>
            </p:nvSpPr>
            <p:spPr>
              <a:xfrm>
                <a:off x="4437489" y="432724"/>
                <a:ext cx="4619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B728771-CCFD-13D9-9614-8F34CBC89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489" y="432724"/>
                <a:ext cx="461921" cy="276999"/>
              </a:xfrm>
              <a:prstGeom prst="rect">
                <a:avLst/>
              </a:prstGeom>
              <a:blipFill>
                <a:blip r:embed="rId5"/>
                <a:stretch>
                  <a:fillRect l="-8108" r="-5405" b="-181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DD6A9ED7-CA2B-EA9C-E580-C15536A7DF3B}"/>
              </a:ext>
            </a:extLst>
          </p:cNvPr>
          <p:cNvCxnSpPr/>
          <p:nvPr/>
        </p:nvCxnSpPr>
        <p:spPr>
          <a:xfrm>
            <a:off x="2267688" y="1951074"/>
            <a:ext cx="23043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27B2896-D05B-832D-7B23-70492EF0ED89}"/>
                  </a:ext>
                </a:extLst>
              </p:cNvPr>
              <p:cNvSpPr txBox="1"/>
              <p:nvPr/>
            </p:nvSpPr>
            <p:spPr>
              <a:xfrm>
                <a:off x="3239209" y="1993328"/>
                <a:ext cx="380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27B2896-D05B-832D-7B23-70492EF0E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209" y="1993328"/>
                <a:ext cx="380169" cy="276999"/>
              </a:xfrm>
              <a:prstGeom prst="rect">
                <a:avLst/>
              </a:prstGeom>
              <a:blipFill>
                <a:blip r:embed="rId6"/>
                <a:stretch>
                  <a:fillRect l="-12500" r="-3125" b="-173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8C60E29-825D-4E3F-1BFD-C1DD3AAA6C28}"/>
              </a:ext>
            </a:extLst>
          </p:cNvPr>
          <p:cNvCxnSpPr>
            <a:cxnSpLocks/>
          </p:cNvCxnSpPr>
          <p:nvPr/>
        </p:nvCxnSpPr>
        <p:spPr>
          <a:xfrm>
            <a:off x="944656" y="5172102"/>
            <a:ext cx="3533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439A52F-82C4-2B3F-DF71-43BBFB9E2BD4}"/>
              </a:ext>
            </a:extLst>
          </p:cNvPr>
          <p:cNvCxnSpPr>
            <a:cxnSpLocks/>
          </p:cNvCxnSpPr>
          <p:nvPr/>
        </p:nvCxnSpPr>
        <p:spPr>
          <a:xfrm flipV="1">
            <a:off x="1182116" y="3247610"/>
            <a:ext cx="0" cy="2140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38B4C59-557E-1A7F-07BD-348D7CE42310}"/>
                  </a:ext>
                </a:extLst>
              </p:cNvPr>
              <p:cNvSpPr txBox="1"/>
              <p:nvPr/>
            </p:nvSpPr>
            <p:spPr>
              <a:xfrm>
                <a:off x="4560130" y="5033602"/>
                <a:ext cx="380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38B4C59-557E-1A7F-07BD-348D7CE42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0130" y="5033602"/>
                <a:ext cx="380169" cy="276999"/>
              </a:xfrm>
              <a:prstGeom prst="rect">
                <a:avLst/>
              </a:prstGeom>
              <a:blipFill>
                <a:blip r:embed="rId7"/>
                <a:stretch>
                  <a:fillRect l="-16667" r="-6667" b="-13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87550B2-FA97-4FC4-853E-41FD7FCBB52A}"/>
                  </a:ext>
                </a:extLst>
              </p:cNvPr>
              <p:cNvSpPr txBox="1"/>
              <p:nvPr/>
            </p:nvSpPr>
            <p:spPr>
              <a:xfrm>
                <a:off x="951572" y="5198130"/>
                <a:ext cx="2076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87550B2-FA97-4FC4-853E-41FD7FCBB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572" y="5198130"/>
                <a:ext cx="207621" cy="276999"/>
              </a:xfrm>
              <a:prstGeom prst="rect">
                <a:avLst/>
              </a:prstGeom>
              <a:blipFill>
                <a:blip r:embed="rId8"/>
                <a:stretch>
                  <a:fillRect l="-22222" r="-22222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D793356D-E0C5-D74B-C55A-C6CF74713C7D}"/>
                  </a:ext>
                </a:extLst>
              </p:cNvPr>
              <p:cNvSpPr txBox="1"/>
              <p:nvPr/>
            </p:nvSpPr>
            <p:spPr>
              <a:xfrm>
                <a:off x="754571" y="2970611"/>
                <a:ext cx="7241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D793356D-E0C5-D74B-C55A-C6CF74713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571" y="2970611"/>
                <a:ext cx="724109" cy="276999"/>
              </a:xfrm>
              <a:prstGeom prst="rect">
                <a:avLst/>
              </a:prstGeom>
              <a:blipFill>
                <a:blip r:embed="rId9"/>
                <a:stretch>
                  <a:fillRect l="-6897" r="-10345" b="-347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フリーフォーム 22">
            <a:extLst>
              <a:ext uri="{FF2B5EF4-FFF2-40B4-BE49-F238E27FC236}">
                <a16:creationId xmlns:a16="http://schemas.microsoft.com/office/drawing/2014/main" id="{983D8031-4682-18D9-408A-342A445F08F9}"/>
              </a:ext>
            </a:extLst>
          </p:cNvPr>
          <p:cNvSpPr/>
          <p:nvPr/>
        </p:nvSpPr>
        <p:spPr>
          <a:xfrm>
            <a:off x="1189205" y="3429000"/>
            <a:ext cx="3221665" cy="1743103"/>
          </a:xfrm>
          <a:custGeom>
            <a:avLst/>
            <a:gdLst>
              <a:gd name="csX0" fmla="*/ 0 w 3221665"/>
              <a:gd name="csY0" fmla="*/ 1743103 h 1743103"/>
              <a:gd name="csX1" fmla="*/ 1350335 w 3221665"/>
              <a:gd name="csY1" fmla="*/ 1445392 h 1743103"/>
              <a:gd name="csX2" fmla="*/ 1967024 w 3221665"/>
              <a:gd name="csY2" fmla="*/ 212015 h 1743103"/>
              <a:gd name="csX3" fmla="*/ 3221665 w 3221665"/>
              <a:gd name="csY3" fmla="*/ 9996 h 1743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21665" h="1743103">
                <a:moveTo>
                  <a:pt x="0" y="1743103"/>
                </a:moveTo>
                <a:cubicBezTo>
                  <a:pt x="511249" y="1721838"/>
                  <a:pt x="1022498" y="1700573"/>
                  <a:pt x="1350335" y="1445392"/>
                </a:cubicBezTo>
                <a:cubicBezTo>
                  <a:pt x="1678172" y="1190211"/>
                  <a:pt x="1655136" y="451248"/>
                  <a:pt x="1967024" y="212015"/>
                </a:cubicBezTo>
                <a:cubicBezTo>
                  <a:pt x="2278912" y="-27218"/>
                  <a:pt x="2750288" y="-8611"/>
                  <a:pt x="3221665" y="999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AB5B843-9091-C3BE-E18F-2A23615B3FFF}"/>
              </a:ext>
            </a:extLst>
          </p:cNvPr>
          <p:cNvSpPr txBox="1"/>
          <p:nvPr/>
        </p:nvSpPr>
        <p:spPr>
          <a:xfrm>
            <a:off x="315084" y="248058"/>
            <a:ext cx="48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(a) 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EB55B3B-540A-896D-323D-71233A84BB3F}"/>
              </a:ext>
            </a:extLst>
          </p:cNvPr>
          <p:cNvSpPr txBox="1"/>
          <p:nvPr/>
        </p:nvSpPr>
        <p:spPr>
          <a:xfrm>
            <a:off x="315084" y="2553432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(b) 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4215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EBEF2CF-F4FF-BADE-4D8A-CD283D393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519" y="3925143"/>
            <a:ext cx="2684514" cy="269269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7B65E4E-7AF1-F78D-469C-AC436E57B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368" y="456082"/>
            <a:ext cx="2715142" cy="277807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797E1D1B-CF01-1EC8-71EE-5DBAB319D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87" y="4033969"/>
            <a:ext cx="2606609" cy="2475045"/>
          </a:xfrm>
          <a:prstGeom prst="rect">
            <a:avLst/>
          </a:prstGeom>
        </p:spPr>
      </p:pic>
      <p:sp>
        <p:nvSpPr>
          <p:cNvPr id="7" name="右矢印 6">
            <a:extLst>
              <a:ext uri="{FF2B5EF4-FFF2-40B4-BE49-F238E27FC236}">
                <a16:creationId xmlns:a16="http://schemas.microsoft.com/office/drawing/2014/main" id="{C4BAEF14-E5C3-ADED-032D-0E4FC35A0B4A}"/>
              </a:ext>
            </a:extLst>
          </p:cNvPr>
          <p:cNvSpPr/>
          <p:nvPr/>
        </p:nvSpPr>
        <p:spPr>
          <a:xfrm rot="3600000">
            <a:off x="4290238" y="3443219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AC22AA8E-2CFE-299E-CDA1-1C9F05E6EE9A}"/>
              </a:ext>
            </a:extLst>
          </p:cNvPr>
          <p:cNvSpPr/>
          <p:nvPr/>
        </p:nvSpPr>
        <p:spPr>
          <a:xfrm rot="7200000">
            <a:off x="2399604" y="3413051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E40051-B0CA-D7E0-7FBF-62D116B2F318}"/>
              </a:ext>
            </a:extLst>
          </p:cNvPr>
          <p:cNvSpPr txBox="1"/>
          <p:nvPr/>
        </p:nvSpPr>
        <p:spPr>
          <a:xfrm>
            <a:off x="3156565" y="1643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EE2D44E-F999-9F38-FD16-054710954C0A}"/>
              </a:ext>
            </a:extLst>
          </p:cNvPr>
          <p:cNvSpPr txBox="1"/>
          <p:nvPr/>
        </p:nvSpPr>
        <p:spPr>
          <a:xfrm>
            <a:off x="1315623" y="366463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自由流相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310427-C1E9-2105-F678-D936464F6420}"/>
              </a:ext>
            </a:extLst>
          </p:cNvPr>
          <p:cNvSpPr txBox="1"/>
          <p:nvPr/>
        </p:nvSpPr>
        <p:spPr>
          <a:xfrm>
            <a:off x="5124053" y="358676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渋滞相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53303C8-0757-892D-49E3-FE660B610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61" y="691420"/>
            <a:ext cx="3409343" cy="257981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2B9C64F-A835-BA2D-D002-4A6F75854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006" y="3925143"/>
            <a:ext cx="3414698" cy="258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DB1DDF9-83A5-E414-7405-FA732837C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61" y="691420"/>
            <a:ext cx="3409343" cy="257981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25E86ED-6321-BF26-5C3D-2711B5742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006" y="3925143"/>
            <a:ext cx="3414698" cy="2583871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8DF774-A156-582D-DCA7-32D9F586BC1C}"/>
              </a:ext>
            </a:extLst>
          </p:cNvPr>
          <p:cNvSpPr txBox="1"/>
          <p:nvPr/>
        </p:nvSpPr>
        <p:spPr>
          <a:xfrm>
            <a:off x="6761467" y="3220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渋滞相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144890B-A9D3-704F-B3B1-FE71DE201B0B}"/>
              </a:ext>
            </a:extLst>
          </p:cNvPr>
          <p:cNvSpPr txBox="1"/>
          <p:nvPr/>
        </p:nvSpPr>
        <p:spPr>
          <a:xfrm>
            <a:off x="6646050" y="358676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自由流相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B54AA4DB-A3F2-B895-0D61-731434FE4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404" y="2189637"/>
            <a:ext cx="2715142" cy="2778076"/>
          </a:xfrm>
          <a:prstGeom prst="rect">
            <a:avLst/>
          </a:prstGeom>
        </p:spPr>
      </p:pic>
      <p:sp>
        <p:nvSpPr>
          <p:cNvPr id="7" name="右矢印 6">
            <a:extLst>
              <a:ext uri="{FF2B5EF4-FFF2-40B4-BE49-F238E27FC236}">
                <a16:creationId xmlns:a16="http://schemas.microsoft.com/office/drawing/2014/main" id="{10379A92-48B1-A100-22CC-CCA33E70A3FF}"/>
              </a:ext>
            </a:extLst>
          </p:cNvPr>
          <p:cNvSpPr/>
          <p:nvPr/>
        </p:nvSpPr>
        <p:spPr>
          <a:xfrm rot="19456928">
            <a:off x="4030343" y="2205836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863E1EE5-27D6-427F-B5EF-0BC2B12FE7F1}"/>
              </a:ext>
            </a:extLst>
          </p:cNvPr>
          <p:cNvSpPr/>
          <p:nvPr/>
        </p:nvSpPr>
        <p:spPr>
          <a:xfrm rot="1456928">
            <a:off x="4126838" y="4433777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11FF9BB-49A9-A51E-4531-1E58957A99DF}"/>
              </a:ext>
            </a:extLst>
          </p:cNvPr>
          <p:cNvSpPr txBox="1"/>
          <p:nvPr/>
        </p:nvSpPr>
        <p:spPr>
          <a:xfrm>
            <a:off x="1868977" y="18203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28C1CF2-E65C-F110-021B-BBA06F13C233}"/>
              </a:ext>
            </a:extLst>
          </p:cNvPr>
          <p:cNvSpPr txBox="1"/>
          <p:nvPr/>
        </p:nvSpPr>
        <p:spPr>
          <a:xfrm>
            <a:off x="3352768" y="1150332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反射神経が小さい</a:t>
            </a:r>
            <a:endParaRPr kumimoji="1" lang="en-US" altLang="ja-JP" dirty="0"/>
          </a:p>
          <a:p>
            <a:pPr algn="ctr"/>
            <a:r>
              <a:rPr kumimoji="1" lang="en-US" altLang="ja-JP" dirty="0"/>
              <a:t>(a=1.0)</a:t>
            </a:r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7C36EB-8F5D-3E1F-2641-E31A1CC1A953}"/>
              </a:ext>
            </a:extLst>
          </p:cNvPr>
          <p:cNvSpPr txBox="1"/>
          <p:nvPr/>
        </p:nvSpPr>
        <p:spPr>
          <a:xfrm>
            <a:off x="3318681" y="4967713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反射神経が大きい</a:t>
            </a:r>
            <a:endParaRPr kumimoji="1" lang="en-US" altLang="ja-JP" dirty="0"/>
          </a:p>
          <a:p>
            <a:pPr algn="ctr"/>
            <a:r>
              <a:rPr kumimoji="1" lang="en-US" altLang="ja-JP" dirty="0"/>
              <a:t>(a=3.0)</a:t>
            </a:r>
            <a:endParaRPr kumimoji="1" lang="ja-JP" altLang="en-US"/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2A3E8134-4E6C-87CA-63C6-A7D88987963C}"/>
              </a:ext>
            </a:extLst>
          </p:cNvPr>
          <p:cNvSpPr/>
          <p:nvPr/>
        </p:nvSpPr>
        <p:spPr>
          <a:xfrm>
            <a:off x="1449540" y="2635148"/>
            <a:ext cx="1903228" cy="190322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857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男性の表情のイラスト「疑問」">
            <a:extLst>
              <a:ext uri="{FF2B5EF4-FFF2-40B4-BE49-F238E27FC236}">
                <a16:creationId xmlns:a16="http://schemas.microsoft.com/office/drawing/2014/main" id="{9F73AB59-A488-E18D-FA8E-B85C05B6B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6219" y="940981"/>
            <a:ext cx="1409700" cy="1905000"/>
          </a:xfrm>
          <a:prstGeom prst="rect">
            <a:avLst/>
          </a:prstGeom>
        </p:spPr>
      </p:pic>
      <p:pic>
        <p:nvPicPr>
          <p:cNvPr id="3" name="図 2" descr="お店の建物のイラスト1">
            <a:extLst>
              <a:ext uri="{FF2B5EF4-FFF2-40B4-BE49-F238E27FC236}">
                <a16:creationId xmlns:a16="http://schemas.microsoft.com/office/drawing/2014/main" id="{8B8F6241-495F-DF57-4AC0-4BDDD5B33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514" y="4259817"/>
            <a:ext cx="1270000" cy="1193800"/>
          </a:xfrm>
          <a:prstGeom prst="rect">
            <a:avLst/>
          </a:prstGeom>
        </p:spPr>
      </p:pic>
      <p:pic>
        <p:nvPicPr>
          <p:cNvPr id="4" name="図 3" descr="お店の建物のイラスト6">
            <a:extLst>
              <a:ext uri="{FF2B5EF4-FFF2-40B4-BE49-F238E27FC236}">
                <a16:creationId xmlns:a16="http://schemas.microsoft.com/office/drawing/2014/main" id="{8B14454F-A974-9EE7-D4FC-70E7577E5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88" y="4259817"/>
            <a:ext cx="1270000" cy="1193800"/>
          </a:xfrm>
          <a:prstGeom prst="rect">
            <a:avLst/>
          </a:prstGeom>
        </p:spPr>
      </p:pic>
      <p:pic>
        <p:nvPicPr>
          <p:cNvPr id="5" name="図 4" descr="会社の建物のアイコン（大企業）">
            <a:extLst>
              <a:ext uri="{FF2B5EF4-FFF2-40B4-BE49-F238E27FC236}">
                <a16:creationId xmlns:a16="http://schemas.microsoft.com/office/drawing/2014/main" id="{C9EB71D8-057A-9E39-C60B-DEE4AD3C5E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0099" y="1467882"/>
            <a:ext cx="1356592" cy="1193801"/>
          </a:xfrm>
          <a:prstGeom prst="rect">
            <a:avLst/>
          </a:prstGeom>
        </p:spPr>
      </p:pic>
      <p:pic>
        <p:nvPicPr>
          <p:cNvPr id="8" name="図 7" descr="グラスに入ったビールのイラスト">
            <a:extLst>
              <a:ext uri="{FF2B5EF4-FFF2-40B4-BE49-F238E27FC236}">
                <a16:creationId xmlns:a16="http://schemas.microsoft.com/office/drawing/2014/main" id="{8C4695BB-981D-4C69-6B97-DC898E83A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4629" y="4335278"/>
            <a:ext cx="860374" cy="1042877"/>
          </a:xfrm>
          <a:prstGeom prst="rect">
            <a:avLst/>
          </a:prstGeom>
        </p:spPr>
      </p:pic>
      <p:pic>
        <p:nvPicPr>
          <p:cNvPr id="9" name="図 8" descr="ビールのイラスト「ジョッキビール」">
            <a:extLst>
              <a:ext uri="{FF2B5EF4-FFF2-40B4-BE49-F238E27FC236}">
                <a16:creationId xmlns:a16="http://schemas.microsoft.com/office/drawing/2014/main" id="{CA320A00-58F2-6A8B-4BEC-C0B788072B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3693" y="4183617"/>
            <a:ext cx="984250" cy="127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75270D7-7A38-546C-9BBA-6819ADC16F16}"/>
              </a:ext>
            </a:extLst>
          </p:cNvPr>
          <p:cNvSpPr txBox="1"/>
          <p:nvPr/>
        </p:nvSpPr>
        <p:spPr>
          <a:xfrm>
            <a:off x="1841379" y="5453617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Bar A</a:t>
            </a:r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8671FB5-2A53-4D6A-E239-46D19FF3E9E5}"/>
              </a:ext>
            </a:extLst>
          </p:cNvPr>
          <p:cNvSpPr txBox="1"/>
          <p:nvPr/>
        </p:nvSpPr>
        <p:spPr>
          <a:xfrm>
            <a:off x="5562837" y="5453617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Bar B</a:t>
            </a:r>
            <a:endParaRPr kumimoji="1" lang="ja-JP" altLang="en-US"/>
          </a:p>
        </p:txBody>
      </p:sp>
      <p:sp>
        <p:nvSpPr>
          <p:cNvPr id="12" name="下矢印 11">
            <a:extLst>
              <a:ext uri="{FF2B5EF4-FFF2-40B4-BE49-F238E27FC236}">
                <a16:creationId xmlns:a16="http://schemas.microsoft.com/office/drawing/2014/main" id="{27F195CD-99B3-2D34-DFF1-A5A73D0D531D}"/>
              </a:ext>
            </a:extLst>
          </p:cNvPr>
          <p:cNvSpPr/>
          <p:nvPr/>
        </p:nvSpPr>
        <p:spPr>
          <a:xfrm rot="2700000">
            <a:off x="3065359" y="2889988"/>
            <a:ext cx="549482" cy="110933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下矢印 12">
            <a:extLst>
              <a:ext uri="{FF2B5EF4-FFF2-40B4-BE49-F238E27FC236}">
                <a16:creationId xmlns:a16="http://schemas.microsoft.com/office/drawing/2014/main" id="{C4556082-C4FF-36B4-7730-0D49B50A9AEE}"/>
              </a:ext>
            </a:extLst>
          </p:cNvPr>
          <p:cNvSpPr/>
          <p:nvPr/>
        </p:nvSpPr>
        <p:spPr>
          <a:xfrm rot="18900000">
            <a:off x="4421950" y="2889988"/>
            <a:ext cx="549482" cy="110933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0327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48</Words>
  <Application>Microsoft Macintosh PowerPoint</Application>
  <PresentationFormat>画面に合わせる (4:3)</PresentationFormat>
  <Paragraphs>20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23</cp:revision>
  <dcterms:created xsi:type="dcterms:W3CDTF">2026-07-04T06:31:55Z</dcterms:created>
  <dcterms:modified xsi:type="dcterms:W3CDTF">2026-07-08T06:28:44Z</dcterms:modified>
</cp:coreProperties>
</file>