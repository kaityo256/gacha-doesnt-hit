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29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26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男性の表情のイラスト「疑問」">
            <a:extLst>
              <a:ext uri="{FF2B5EF4-FFF2-40B4-BE49-F238E27FC236}">
                <a16:creationId xmlns:a16="http://schemas.microsoft.com/office/drawing/2014/main" id="{9F73AB59-A488-E18D-FA8E-B85C05B6B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219" y="940981"/>
            <a:ext cx="1409700" cy="1905000"/>
          </a:xfrm>
          <a:prstGeom prst="rect">
            <a:avLst/>
          </a:prstGeom>
        </p:spPr>
      </p:pic>
      <p:pic>
        <p:nvPicPr>
          <p:cNvPr id="3" name="図 2" descr="お店の建物のイラスト1">
            <a:extLst>
              <a:ext uri="{FF2B5EF4-FFF2-40B4-BE49-F238E27FC236}">
                <a16:creationId xmlns:a16="http://schemas.microsoft.com/office/drawing/2014/main" id="{8B8F6241-495F-DF57-4AC0-4BDDD5B33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514" y="4259817"/>
            <a:ext cx="1270000" cy="1193800"/>
          </a:xfrm>
          <a:prstGeom prst="rect">
            <a:avLst/>
          </a:prstGeom>
        </p:spPr>
      </p:pic>
      <p:pic>
        <p:nvPicPr>
          <p:cNvPr id="4" name="図 3" descr="お店の建物のイラスト6">
            <a:extLst>
              <a:ext uri="{FF2B5EF4-FFF2-40B4-BE49-F238E27FC236}">
                <a16:creationId xmlns:a16="http://schemas.microsoft.com/office/drawing/2014/main" id="{8B14454F-A974-9EE7-D4FC-70E7577E5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88" y="4259817"/>
            <a:ext cx="1270000" cy="1193800"/>
          </a:xfrm>
          <a:prstGeom prst="rect">
            <a:avLst/>
          </a:prstGeom>
        </p:spPr>
      </p:pic>
      <p:pic>
        <p:nvPicPr>
          <p:cNvPr id="5" name="図 4" descr="会社の建物のアイコン（大企業）">
            <a:extLst>
              <a:ext uri="{FF2B5EF4-FFF2-40B4-BE49-F238E27FC236}">
                <a16:creationId xmlns:a16="http://schemas.microsoft.com/office/drawing/2014/main" id="{C9EB71D8-057A-9E39-C60B-DEE4AD3C5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099" y="1467882"/>
            <a:ext cx="1356592" cy="1193801"/>
          </a:xfrm>
          <a:prstGeom prst="rect">
            <a:avLst/>
          </a:prstGeom>
        </p:spPr>
      </p:pic>
      <p:pic>
        <p:nvPicPr>
          <p:cNvPr id="8" name="図 7" descr="グラスに入ったビールのイラスト">
            <a:extLst>
              <a:ext uri="{FF2B5EF4-FFF2-40B4-BE49-F238E27FC236}">
                <a16:creationId xmlns:a16="http://schemas.microsoft.com/office/drawing/2014/main" id="{8C4695BB-981D-4C69-6B97-DC898E83A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4629" y="4335278"/>
            <a:ext cx="860374" cy="1042877"/>
          </a:xfrm>
          <a:prstGeom prst="rect">
            <a:avLst/>
          </a:prstGeom>
        </p:spPr>
      </p:pic>
      <p:pic>
        <p:nvPicPr>
          <p:cNvPr id="9" name="図 8" descr="ビールのイラスト「ジョッキビール」">
            <a:extLst>
              <a:ext uri="{FF2B5EF4-FFF2-40B4-BE49-F238E27FC236}">
                <a16:creationId xmlns:a16="http://schemas.microsoft.com/office/drawing/2014/main" id="{CA320A00-58F2-6A8B-4BEC-C0B788072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693" y="4183617"/>
            <a:ext cx="984250" cy="1270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5270D7-7A38-546C-9BBA-6819ADC16F16}"/>
              </a:ext>
            </a:extLst>
          </p:cNvPr>
          <p:cNvSpPr txBox="1"/>
          <p:nvPr/>
        </p:nvSpPr>
        <p:spPr>
          <a:xfrm>
            <a:off x="1841379" y="545361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Bar A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671FB5-2A53-4D6A-E239-46D19FF3E9E5}"/>
              </a:ext>
            </a:extLst>
          </p:cNvPr>
          <p:cNvSpPr txBox="1"/>
          <p:nvPr/>
        </p:nvSpPr>
        <p:spPr>
          <a:xfrm>
            <a:off x="5562837" y="545361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Bar B</a:t>
            </a:r>
            <a:endParaRPr kumimoji="1" lang="ja-JP" altLang="en-US"/>
          </a:p>
        </p:txBody>
      </p:sp>
      <p:sp>
        <p:nvSpPr>
          <p:cNvPr id="12" name="下矢印 11">
            <a:extLst>
              <a:ext uri="{FF2B5EF4-FFF2-40B4-BE49-F238E27FC236}">
                <a16:creationId xmlns:a16="http://schemas.microsoft.com/office/drawing/2014/main" id="{27F195CD-99B3-2D34-DFF1-A5A73D0D531D}"/>
              </a:ext>
            </a:extLst>
          </p:cNvPr>
          <p:cNvSpPr/>
          <p:nvPr/>
        </p:nvSpPr>
        <p:spPr>
          <a:xfrm rot="2700000">
            <a:off x="3065359" y="2889988"/>
            <a:ext cx="549482" cy="11093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下矢印 12">
            <a:extLst>
              <a:ext uri="{FF2B5EF4-FFF2-40B4-BE49-F238E27FC236}">
                <a16:creationId xmlns:a16="http://schemas.microsoft.com/office/drawing/2014/main" id="{C4556082-C4FF-36B4-7730-0D49B50A9AEE}"/>
              </a:ext>
            </a:extLst>
          </p:cNvPr>
          <p:cNvSpPr/>
          <p:nvPr/>
        </p:nvSpPr>
        <p:spPr>
          <a:xfrm rot="18900000">
            <a:off x="4421950" y="2889988"/>
            <a:ext cx="549482" cy="11093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32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EBEF2CF-F4FF-BADE-4D8A-CD283D39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519" y="3925143"/>
            <a:ext cx="2684514" cy="269269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7B65E4E-7AF1-F78D-469C-AC436E57B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368" y="456082"/>
            <a:ext cx="2715142" cy="277807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97E1D1B-CF01-1EC8-71EE-5DBAB319D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87" y="4033969"/>
            <a:ext cx="2606609" cy="2475045"/>
          </a:xfrm>
          <a:prstGeom prst="rect">
            <a:avLst/>
          </a:prstGeom>
        </p:spPr>
      </p:pic>
      <p:sp>
        <p:nvSpPr>
          <p:cNvPr id="7" name="右矢印 6">
            <a:extLst>
              <a:ext uri="{FF2B5EF4-FFF2-40B4-BE49-F238E27FC236}">
                <a16:creationId xmlns:a16="http://schemas.microsoft.com/office/drawing/2014/main" id="{C4BAEF14-E5C3-ADED-032D-0E4FC35A0B4A}"/>
              </a:ext>
            </a:extLst>
          </p:cNvPr>
          <p:cNvSpPr/>
          <p:nvPr/>
        </p:nvSpPr>
        <p:spPr>
          <a:xfrm rot="3600000">
            <a:off x="4290238" y="3443219"/>
            <a:ext cx="676177" cy="33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AC22AA8E-2CFE-299E-CDA1-1C9F05E6EE9A}"/>
              </a:ext>
            </a:extLst>
          </p:cNvPr>
          <p:cNvSpPr/>
          <p:nvPr/>
        </p:nvSpPr>
        <p:spPr>
          <a:xfrm rot="7200000">
            <a:off x="2399604" y="3413051"/>
            <a:ext cx="676177" cy="33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E40051-B0CA-D7E0-7FBF-62D116B2F318}"/>
              </a:ext>
            </a:extLst>
          </p:cNvPr>
          <p:cNvSpPr txBox="1"/>
          <p:nvPr/>
        </p:nvSpPr>
        <p:spPr>
          <a:xfrm>
            <a:off x="3156565" y="1643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初期状態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E2D44E-F999-9F38-FD16-054710954C0A}"/>
              </a:ext>
            </a:extLst>
          </p:cNvPr>
          <p:cNvSpPr txBox="1"/>
          <p:nvPr/>
        </p:nvSpPr>
        <p:spPr>
          <a:xfrm>
            <a:off x="1315623" y="36646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自由流相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310427-C1E9-2105-F678-D936464F6420}"/>
              </a:ext>
            </a:extLst>
          </p:cNvPr>
          <p:cNvSpPr txBox="1"/>
          <p:nvPr/>
        </p:nvSpPr>
        <p:spPr>
          <a:xfrm>
            <a:off x="5124053" y="358676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渋滞相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53303C8-0757-892D-49E3-FE660B610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5361" y="691420"/>
            <a:ext cx="3409343" cy="257981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2B9C64F-A835-BA2D-D002-4A6F75854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0006" y="3925143"/>
            <a:ext cx="3414698" cy="258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DB1DDF9-83A5-E414-7405-FA732837C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361" y="691420"/>
            <a:ext cx="3409343" cy="257981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25E86ED-6321-BF26-5C3D-2711B5742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006" y="3925143"/>
            <a:ext cx="3414698" cy="258387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8DF774-A156-582D-DCA7-32D9F586BC1C}"/>
              </a:ext>
            </a:extLst>
          </p:cNvPr>
          <p:cNvSpPr txBox="1"/>
          <p:nvPr/>
        </p:nvSpPr>
        <p:spPr>
          <a:xfrm>
            <a:off x="6761467" y="3220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渋滞相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44890B-A9D3-704F-B3B1-FE71DE201B0B}"/>
              </a:ext>
            </a:extLst>
          </p:cNvPr>
          <p:cNvSpPr txBox="1"/>
          <p:nvPr/>
        </p:nvSpPr>
        <p:spPr>
          <a:xfrm>
            <a:off x="6646050" y="35867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自由流相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54AA4DB-A3F2-B895-0D61-731434FE4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404" y="2189637"/>
            <a:ext cx="2715142" cy="2778076"/>
          </a:xfrm>
          <a:prstGeom prst="rect">
            <a:avLst/>
          </a:prstGeom>
        </p:spPr>
      </p:pic>
      <p:sp>
        <p:nvSpPr>
          <p:cNvPr id="7" name="右矢印 6">
            <a:extLst>
              <a:ext uri="{FF2B5EF4-FFF2-40B4-BE49-F238E27FC236}">
                <a16:creationId xmlns:a16="http://schemas.microsoft.com/office/drawing/2014/main" id="{10379A92-48B1-A100-22CC-CCA33E70A3FF}"/>
              </a:ext>
            </a:extLst>
          </p:cNvPr>
          <p:cNvSpPr/>
          <p:nvPr/>
        </p:nvSpPr>
        <p:spPr>
          <a:xfrm rot="19456928">
            <a:off x="4030343" y="2205836"/>
            <a:ext cx="676177" cy="33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863E1EE5-27D6-427F-B5EF-0BC2B12FE7F1}"/>
              </a:ext>
            </a:extLst>
          </p:cNvPr>
          <p:cNvSpPr/>
          <p:nvPr/>
        </p:nvSpPr>
        <p:spPr>
          <a:xfrm rot="1456928">
            <a:off x="4126838" y="4433777"/>
            <a:ext cx="676177" cy="33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1FF9BB-49A9-A51E-4531-1E58957A99DF}"/>
              </a:ext>
            </a:extLst>
          </p:cNvPr>
          <p:cNvSpPr txBox="1"/>
          <p:nvPr/>
        </p:nvSpPr>
        <p:spPr>
          <a:xfrm>
            <a:off x="1868977" y="18203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初期状態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8C1CF2-E65C-F110-021B-BBA06F13C233}"/>
              </a:ext>
            </a:extLst>
          </p:cNvPr>
          <p:cNvSpPr txBox="1"/>
          <p:nvPr/>
        </p:nvSpPr>
        <p:spPr>
          <a:xfrm>
            <a:off x="3352768" y="115033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反射神経が小さい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(a=1.0)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D7C36EB-8F5D-3E1F-2641-E31A1CC1A953}"/>
              </a:ext>
            </a:extLst>
          </p:cNvPr>
          <p:cNvSpPr txBox="1"/>
          <p:nvPr/>
        </p:nvSpPr>
        <p:spPr>
          <a:xfrm>
            <a:off x="3318681" y="4967713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反射神経が大きい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(a=3.0)</a:t>
            </a:r>
            <a:endParaRPr kumimoji="1" lang="ja-JP" altLang="en-US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2A3E8134-4E6C-87CA-63C6-A7D88987963C}"/>
              </a:ext>
            </a:extLst>
          </p:cNvPr>
          <p:cNvSpPr/>
          <p:nvPr/>
        </p:nvSpPr>
        <p:spPr>
          <a:xfrm>
            <a:off x="1449540" y="2635148"/>
            <a:ext cx="1903228" cy="190322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578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30</Words>
  <Application>Microsoft Macintosh PowerPoint</Application>
  <PresentationFormat>画面に合わせる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 宙志</dc:creator>
  <cp:lastModifiedBy>渡辺 宙志</cp:lastModifiedBy>
  <cp:revision>12</cp:revision>
  <dcterms:created xsi:type="dcterms:W3CDTF">2026-07-04T06:31:55Z</dcterms:created>
  <dcterms:modified xsi:type="dcterms:W3CDTF">2026-07-07T10:33:28Z</dcterms:modified>
</cp:coreProperties>
</file>