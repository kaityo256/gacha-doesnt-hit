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79"/>
    <p:restoredTop sz="96525"/>
  </p:normalViewPr>
  <p:slideViewPr>
    <p:cSldViewPr>
      <p:cViewPr>
        <p:scale>
          <a:sx n="192" d="100"/>
          <a:sy n="192" d="100"/>
        </p:scale>
        <p:origin x="1400" y="-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29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26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tiff"/><Relationship Id="rId4" Type="http://schemas.openxmlformats.org/officeDocument/2006/relationships/image" Target="../media/image6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3920B1F2-A057-E211-9E1A-349E836D3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222952"/>
              </p:ext>
            </p:extLst>
          </p:nvPr>
        </p:nvGraphicFramePr>
        <p:xfrm>
          <a:off x="1524000" y="1397000"/>
          <a:ext cx="526709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580">
                  <a:extLst>
                    <a:ext uri="{9D8B030D-6E8A-4147-A177-3AD203B41FA5}">
                      <a16:colId xmlns:a16="http://schemas.microsoft.com/office/drawing/2014/main" val="230049765"/>
                    </a:ext>
                  </a:extLst>
                </a:gridCol>
                <a:gridCol w="1505268">
                  <a:extLst>
                    <a:ext uri="{9D8B030D-6E8A-4147-A177-3AD203B41FA5}">
                      <a16:colId xmlns:a16="http://schemas.microsoft.com/office/drawing/2014/main" val="1860601039"/>
                    </a:ext>
                  </a:extLst>
                </a:gridCol>
                <a:gridCol w="1788243">
                  <a:extLst>
                    <a:ext uri="{9D8B030D-6E8A-4147-A177-3AD203B41FA5}">
                      <a16:colId xmlns:a16="http://schemas.microsoft.com/office/drawing/2014/main" val="3388909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感染パラメータ</a:t>
                      </a:r>
                      <a:r>
                        <a:rPr kumimoji="1" lang="en-US" altLang="ja-JP" dirty="0"/>
                        <a:t>R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収束まで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/>
                        <a:t>週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結末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6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生存エンド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052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0.9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28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生存エンド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616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99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全滅エンド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70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全滅エンド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888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2.0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全滅エンド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74995"/>
                  </a:ext>
                </a:extLst>
              </a:tr>
            </a:tbl>
          </a:graphicData>
        </a:graphic>
      </p:graphicFrame>
      <p:pic>
        <p:nvPicPr>
          <p:cNvPr id="13" name="図 12" descr="ゾンビのイラスト（空想上の生物）">
            <a:extLst>
              <a:ext uri="{FF2B5EF4-FFF2-40B4-BE49-F238E27FC236}">
                <a16:creationId xmlns:a16="http://schemas.microsoft.com/office/drawing/2014/main" id="{4C2776BB-FEDC-9901-F511-446880FDE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392" y="3799332"/>
            <a:ext cx="1886712" cy="1886712"/>
          </a:xfrm>
          <a:prstGeom prst="rect">
            <a:avLst/>
          </a:prstGeom>
        </p:spPr>
      </p:pic>
      <p:pic>
        <p:nvPicPr>
          <p:cNvPr id="14" name="図 13" descr="逃げている男性のイラスト">
            <a:extLst>
              <a:ext uri="{FF2B5EF4-FFF2-40B4-BE49-F238E27FC236}">
                <a16:creationId xmlns:a16="http://schemas.microsoft.com/office/drawing/2014/main" id="{AE6B3A48-6A24-41B4-FDA5-C64538781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594" y="3666460"/>
            <a:ext cx="1543304" cy="1794540"/>
          </a:xfrm>
          <a:prstGeom prst="rect">
            <a:avLst/>
          </a:prstGeom>
        </p:spPr>
      </p:pic>
      <p:pic>
        <p:nvPicPr>
          <p:cNvPr id="15" name="図 14" descr="逃げている女性のイラスト">
            <a:extLst>
              <a:ext uri="{FF2B5EF4-FFF2-40B4-BE49-F238E27FC236}">
                <a16:creationId xmlns:a16="http://schemas.microsoft.com/office/drawing/2014/main" id="{46188FA3-8DA5-047D-67E6-70892FFD4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366" y="3960368"/>
            <a:ext cx="1547104" cy="188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0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上から見た交差点のイラスト（信号あり）">
            <a:extLst>
              <a:ext uri="{FF2B5EF4-FFF2-40B4-BE49-F238E27FC236}">
                <a16:creationId xmlns:a16="http://schemas.microsoft.com/office/drawing/2014/main" id="{89A0EA8F-2F67-44BE-6D16-3A49103E1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16943" y="1412776"/>
            <a:ext cx="3492500" cy="349250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2110A12-D436-C232-DD01-EB73810D5245}"/>
              </a:ext>
            </a:extLst>
          </p:cNvPr>
          <p:cNvSpPr/>
          <p:nvPr/>
        </p:nvSpPr>
        <p:spPr>
          <a:xfrm>
            <a:off x="2627784" y="1268760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2A2AB8E-81D8-59EB-C797-09BC8C3CD258}"/>
              </a:ext>
            </a:extLst>
          </p:cNvPr>
          <p:cNvSpPr/>
          <p:nvPr/>
        </p:nvSpPr>
        <p:spPr>
          <a:xfrm>
            <a:off x="3347875" y="1268760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D08F98F-98E6-F692-DD30-5BABFB7590C5}"/>
              </a:ext>
            </a:extLst>
          </p:cNvPr>
          <p:cNvSpPr/>
          <p:nvPr/>
        </p:nvSpPr>
        <p:spPr>
          <a:xfrm>
            <a:off x="4067966" y="1268760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4B80107-EA22-28EA-EB13-0412D1379D4E}"/>
              </a:ext>
            </a:extLst>
          </p:cNvPr>
          <p:cNvSpPr/>
          <p:nvPr/>
        </p:nvSpPr>
        <p:spPr>
          <a:xfrm>
            <a:off x="4788057" y="1268760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D194C60-376C-E80D-DFF7-5D4223F47646}"/>
              </a:ext>
            </a:extLst>
          </p:cNvPr>
          <p:cNvSpPr/>
          <p:nvPr/>
        </p:nvSpPr>
        <p:spPr>
          <a:xfrm>
            <a:off x="5508148" y="1268760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154FBAC-A6CF-F47C-D416-A896770F0950}"/>
              </a:ext>
            </a:extLst>
          </p:cNvPr>
          <p:cNvSpPr/>
          <p:nvPr/>
        </p:nvSpPr>
        <p:spPr>
          <a:xfrm>
            <a:off x="6228237" y="1268760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777135A-6B87-4FF0-D6C5-B7E21843CC09}"/>
              </a:ext>
            </a:extLst>
          </p:cNvPr>
          <p:cNvSpPr/>
          <p:nvPr/>
        </p:nvSpPr>
        <p:spPr>
          <a:xfrm rot="16200000">
            <a:off x="4428009" y="-531465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FB0AAE5-29D9-955D-72DE-F1DBA29A10A4}"/>
              </a:ext>
            </a:extLst>
          </p:cNvPr>
          <p:cNvSpPr/>
          <p:nvPr/>
        </p:nvSpPr>
        <p:spPr>
          <a:xfrm rot="16200000">
            <a:off x="4428008" y="188625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11168FF-2885-F957-57E7-E28D513859D3}"/>
              </a:ext>
            </a:extLst>
          </p:cNvPr>
          <p:cNvSpPr/>
          <p:nvPr/>
        </p:nvSpPr>
        <p:spPr>
          <a:xfrm rot="16200000">
            <a:off x="4428008" y="908715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E607D3B-7732-AF2A-E549-D43A3D1DE18B}"/>
              </a:ext>
            </a:extLst>
          </p:cNvPr>
          <p:cNvSpPr/>
          <p:nvPr/>
        </p:nvSpPr>
        <p:spPr>
          <a:xfrm rot="16200000">
            <a:off x="4428010" y="1628805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8DACA2A-4C9B-DB92-BEBC-72DB86722F0F}"/>
              </a:ext>
            </a:extLst>
          </p:cNvPr>
          <p:cNvSpPr/>
          <p:nvPr/>
        </p:nvSpPr>
        <p:spPr>
          <a:xfrm rot="16200000">
            <a:off x="4428009" y="2348895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1F7F883-5E83-9C40-741B-4D4420F9E6FA}"/>
              </a:ext>
            </a:extLst>
          </p:cNvPr>
          <p:cNvSpPr/>
          <p:nvPr/>
        </p:nvSpPr>
        <p:spPr>
          <a:xfrm rot="16200000">
            <a:off x="4428009" y="3068987"/>
            <a:ext cx="287981" cy="4320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106F3C36-2BB3-FC93-D8F8-E860198252AF}"/>
              </a:ext>
            </a:extLst>
          </p:cNvPr>
          <p:cNvCxnSpPr>
            <a:stCxn id="17" idx="0"/>
          </p:cNvCxnSpPr>
          <p:nvPr/>
        </p:nvCxnSpPr>
        <p:spPr>
          <a:xfrm flipH="1">
            <a:off x="2771774" y="1268760"/>
            <a:ext cx="1" cy="432047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8AA80CD-FBF5-750B-CFB2-019CBD7CA65A}"/>
              </a:ext>
            </a:extLst>
          </p:cNvPr>
          <p:cNvCxnSpPr/>
          <p:nvPr/>
        </p:nvCxnSpPr>
        <p:spPr>
          <a:xfrm flipH="1">
            <a:off x="3494309" y="1277762"/>
            <a:ext cx="1" cy="432047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44D0DA42-4D4F-EA21-2947-A687A5C57989}"/>
              </a:ext>
            </a:extLst>
          </p:cNvPr>
          <p:cNvCxnSpPr/>
          <p:nvPr/>
        </p:nvCxnSpPr>
        <p:spPr>
          <a:xfrm flipH="1">
            <a:off x="4218565" y="1277761"/>
            <a:ext cx="1" cy="432047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B018C9E4-273B-D816-268F-CA572886E459}"/>
              </a:ext>
            </a:extLst>
          </p:cNvPr>
          <p:cNvCxnSpPr/>
          <p:nvPr/>
        </p:nvCxnSpPr>
        <p:spPr>
          <a:xfrm flipH="1">
            <a:off x="4922033" y="1277761"/>
            <a:ext cx="1" cy="432047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494950C-7C1F-A5F2-FC51-F8F68ACB5DBE}"/>
              </a:ext>
            </a:extLst>
          </p:cNvPr>
          <p:cNvCxnSpPr/>
          <p:nvPr/>
        </p:nvCxnSpPr>
        <p:spPr>
          <a:xfrm flipH="1">
            <a:off x="5652137" y="1277761"/>
            <a:ext cx="1" cy="432047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3D2F7E4-B06F-4494-1066-A2D7BE9B5B39}"/>
              </a:ext>
            </a:extLst>
          </p:cNvPr>
          <p:cNvCxnSpPr/>
          <p:nvPr/>
        </p:nvCxnSpPr>
        <p:spPr>
          <a:xfrm flipH="1">
            <a:off x="6372226" y="1277761"/>
            <a:ext cx="1" cy="4320479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3D1608A7-8E3F-03B7-E608-A9787D2C44B4}"/>
              </a:ext>
            </a:extLst>
          </p:cNvPr>
          <p:cNvCxnSpPr>
            <a:cxnSpLocks/>
            <a:stCxn id="24" idx="0"/>
            <a:endCxn id="24" idx="2"/>
          </p:cNvCxnSpPr>
          <p:nvPr/>
        </p:nvCxnSpPr>
        <p:spPr>
          <a:xfrm>
            <a:off x="2411760" y="1628774"/>
            <a:ext cx="43204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97775E6-A5D1-AC81-2B19-E432225D4CC4}"/>
              </a:ext>
            </a:extLst>
          </p:cNvPr>
          <p:cNvCxnSpPr>
            <a:cxnSpLocks/>
          </p:cNvCxnSpPr>
          <p:nvPr/>
        </p:nvCxnSpPr>
        <p:spPr>
          <a:xfrm>
            <a:off x="2411759" y="2348864"/>
            <a:ext cx="43204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146C9A2-AD49-0B08-8636-5A2A1E5FF2EF}"/>
              </a:ext>
            </a:extLst>
          </p:cNvPr>
          <p:cNvCxnSpPr>
            <a:cxnSpLocks/>
          </p:cNvCxnSpPr>
          <p:nvPr/>
        </p:nvCxnSpPr>
        <p:spPr>
          <a:xfrm>
            <a:off x="2411759" y="3789045"/>
            <a:ext cx="43204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345A3169-7D35-9EAC-AA93-4440D3814AF7}"/>
              </a:ext>
            </a:extLst>
          </p:cNvPr>
          <p:cNvCxnSpPr>
            <a:cxnSpLocks/>
          </p:cNvCxnSpPr>
          <p:nvPr/>
        </p:nvCxnSpPr>
        <p:spPr>
          <a:xfrm>
            <a:off x="2411759" y="4509134"/>
            <a:ext cx="43204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1C59D29D-D069-B5B8-C010-C6738421BC7E}"/>
              </a:ext>
            </a:extLst>
          </p:cNvPr>
          <p:cNvCxnSpPr>
            <a:cxnSpLocks/>
          </p:cNvCxnSpPr>
          <p:nvPr/>
        </p:nvCxnSpPr>
        <p:spPr>
          <a:xfrm>
            <a:off x="2411759" y="5229226"/>
            <a:ext cx="43204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2A53A524-25E2-A9B5-7DB2-F58CF71D342E}"/>
              </a:ext>
            </a:extLst>
          </p:cNvPr>
          <p:cNvCxnSpPr>
            <a:cxnSpLocks/>
          </p:cNvCxnSpPr>
          <p:nvPr/>
        </p:nvCxnSpPr>
        <p:spPr>
          <a:xfrm>
            <a:off x="2411759" y="3068955"/>
            <a:ext cx="43204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2E6B7384-121F-5436-5E89-BCD94C1965D2}"/>
              </a:ext>
            </a:extLst>
          </p:cNvPr>
          <p:cNvSpPr/>
          <p:nvPr/>
        </p:nvSpPr>
        <p:spPr>
          <a:xfrm>
            <a:off x="2627784" y="148477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6A4DCD2-1EFF-9ECD-F348-0ACF1C70F0C0}"/>
              </a:ext>
            </a:extLst>
          </p:cNvPr>
          <p:cNvSpPr/>
          <p:nvPr/>
        </p:nvSpPr>
        <p:spPr>
          <a:xfrm>
            <a:off x="3347872" y="148477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5608B40-78CC-E023-69BC-F82DAD6940D9}"/>
              </a:ext>
            </a:extLst>
          </p:cNvPr>
          <p:cNvSpPr/>
          <p:nvPr/>
        </p:nvSpPr>
        <p:spPr>
          <a:xfrm>
            <a:off x="4071759" y="148477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0A104197-6EA2-D4CA-778E-EF4C4AF2B3D4}"/>
              </a:ext>
            </a:extLst>
          </p:cNvPr>
          <p:cNvSpPr/>
          <p:nvPr/>
        </p:nvSpPr>
        <p:spPr>
          <a:xfrm>
            <a:off x="4791847" y="148477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F0FE250-064D-5EA4-C80A-94D94659DABD}"/>
              </a:ext>
            </a:extLst>
          </p:cNvPr>
          <p:cNvSpPr/>
          <p:nvPr/>
        </p:nvSpPr>
        <p:spPr>
          <a:xfrm>
            <a:off x="5508149" y="148472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77DE563C-4C34-B9A9-21D5-8CF69B73064B}"/>
              </a:ext>
            </a:extLst>
          </p:cNvPr>
          <p:cNvSpPr/>
          <p:nvPr/>
        </p:nvSpPr>
        <p:spPr>
          <a:xfrm>
            <a:off x="6228237" y="148472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5CBE973-246E-682B-5A9C-EBC9AF39FDBB}"/>
              </a:ext>
            </a:extLst>
          </p:cNvPr>
          <p:cNvSpPr/>
          <p:nvPr/>
        </p:nvSpPr>
        <p:spPr>
          <a:xfrm>
            <a:off x="2627784" y="219592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332EA87C-388A-011D-7826-4E970D711985}"/>
              </a:ext>
            </a:extLst>
          </p:cNvPr>
          <p:cNvSpPr/>
          <p:nvPr/>
        </p:nvSpPr>
        <p:spPr>
          <a:xfrm>
            <a:off x="3347872" y="219592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ABAABDB-514F-FCEF-FD99-4590228D1258}"/>
              </a:ext>
            </a:extLst>
          </p:cNvPr>
          <p:cNvSpPr/>
          <p:nvPr/>
        </p:nvSpPr>
        <p:spPr>
          <a:xfrm>
            <a:off x="4071759" y="219592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28436B67-B7C9-14EB-1C49-C0E43A440D58}"/>
              </a:ext>
            </a:extLst>
          </p:cNvPr>
          <p:cNvSpPr/>
          <p:nvPr/>
        </p:nvSpPr>
        <p:spPr>
          <a:xfrm>
            <a:off x="4791847" y="219592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F6173D77-ADE3-D698-8AAF-5C715574BEFB}"/>
              </a:ext>
            </a:extLst>
          </p:cNvPr>
          <p:cNvSpPr/>
          <p:nvPr/>
        </p:nvSpPr>
        <p:spPr>
          <a:xfrm>
            <a:off x="5508149" y="2195871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50D2ED3-3C9A-F739-9510-DCFBBD3E8350}"/>
              </a:ext>
            </a:extLst>
          </p:cNvPr>
          <p:cNvSpPr/>
          <p:nvPr/>
        </p:nvSpPr>
        <p:spPr>
          <a:xfrm>
            <a:off x="6228237" y="2195871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7E6910D5-7A58-DFB9-41AD-8BBDD7E061F6}"/>
              </a:ext>
            </a:extLst>
          </p:cNvPr>
          <p:cNvSpPr/>
          <p:nvPr/>
        </p:nvSpPr>
        <p:spPr>
          <a:xfrm>
            <a:off x="2627784" y="291598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DB674F8-EF0D-18BE-45FC-F8DB9121A1E9}"/>
              </a:ext>
            </a:extLst>
          </p:cNvPr>
          <p:cNvSpPr/>
          <p:nvPr/>
        </p:nvSpPr>
        <p:spPr>
          <a:xfrm>
            <a:off x="3347872" y="291598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D93F492-5EA9-29DD-55D2-99EDDE5F1095}"/>
              </a:ext>
            </a:extLst>
          </p:cNvPr>
          <p:cNvSpPr/>
          <p:nvPr/>
        </p:nvSpPr>
        <p:spPr>
          <a:xfrm>
            <a:off x="4071759" y="291598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935A6A31-1527-5CF0-258B-FDCB266E70B4}"/>
              </a:ext>
            </a:extLst>
          </p:cNvPr>
          <p:cNvSpPr/>
          <p:nvPr/>
        </p:nvSpPr>
        <p:spPr>
          <a:xfrm>
            <a:off x="4791847" y="291598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2699C32F-B46D-3535-CF5B-CA1AF8C5759F}"/>
              </a:ext>
            </a:extLst>
          </p:cNvPr>
          <p:cNvSpPr/>
          <p:nvPr/>
        </p:nvSpPr>
        <p:spPr>
          <a:xfrm>
            <a:off x="5508149" y="291593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4F4D2B3D-55C3-F1FA-5F41-5C2CE54FB3A1}"/>
              </a:ext>
            </a:extLst>
          </p:cNvPr>
          <p:cNvSpPr/>
          <p:nvPr/>
        </p:nvSpPr>
        <p:spPr>
          <a:xfrm>
            <a:off x="6228237" y="291593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24BDB8F4-08D4-D5CD-D92A-6BF980FD229A}"/>
              </a:ext>
            </a:extLst>
          </p:cNvPr>
          <p:cNvSpPr/>
          <p:nvPr/>
        </p:nvSpPr>
        <p:spPr>
          <a:xfrm>
            <a:off x="2627782" y="3648347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A58A631C-1CD2-C5DA-EC80-943200B7952D}"/>
              </a:ext>
            </a:extLst>
          </p:cNvPr>
          <p:cNvSpPr/>
          <p:nvPr/>
        </p:nvSpPr>
        <p:spPr>
          <a:xfrm>
            <a:off x="3347870" y="3648347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CBB55CF-7893-3FF5-6C27-36B7D505EDAE}"/>
              </a:ext>
            </a:extLst>
          </p:cNvPr>
          <p:cNvSpPr/>
          <p:nvPr/>
        </p:nvSpPr>
        <p:spPr>
          <a:xfrm>
            <a:off x="4071757" y="3648347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B1E53BD-C74C-0251-2700-9542BE4EA4E3}"/>
              </a:ext>
            </a:extLst>
          </p:cNvPr>
          <p:cNvSpPr/>
          <p:nvPr/>
        </p:nvSpPr>
        <p:spPr>
          <a:xfrm>
            <a:off x="4791845" y="3648347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6124297-0926-2C1C-B694-98078C7DB635}"/>
              </a:ext>
            </a:extLst>
          </p:cNvPr>
          <p:cNvSpPr/>
          <p:nvPr/>
        </p:nvSpPr>
        <p:spPr>
          <a:xfrm>
            <a:off x="5508147" y="3648293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8D525717-BE5B-2A6D-97BF-94A09A47E35E}"/>
              </a:ext>
            </a:extLst>
          </p:cNvPr>
          <p:cNvSpPr/>
          <p:nvPr/>
        </p:nvSpPr>
        <p:spPr>
          <a:xfrm>
            <a:off x="6228235" y="3648293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37FB623-839B-EC4C-436A-B5CB36FCD6CA}"/>
              </a:ext>
            </a:extLst>
          </p:cNvPr>
          <p:cNvSpPr/>
          <p:nvPr/>
        </p:nvSpPr>
        <p:spPr>
          <a:xfrm>
            <a:off x="2627782" y="435616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D65499C0-3313-FF36-EA8C-4DA772368D40}"/>
              </a:ext>
            </a:extLst>
          </p:cNvPr>
          <p:cNvSpPr/>
          <p:nvPr/>
        </p:nvSpPr>
        <p:spPr>
          <a:xfrm>
            <a:off x="3347870" y="435616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A885720F-D4C5-611F-B3C7-DD08AEF4F5F7}"/>
              </a:ext>
            </a:extLst>
          </p:cNvPr>
          <p:cNvSpPr/>
          <p:nvPr/>
        </p:nvSpPr>
        <p:spPr>
          <a:xfrm>
            <a:off x="4071757" y="435616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E3CAB67-3941-C15B-7C0F-06A0D907FD11}"/>
              </a:ext>
            </a:extLst>
          </p:cNvPr>
          <p:cNvSpPr/>
          <p:nvPr/>
        </p:nvSpPr>
        <p:spPr>
          <a:xfrm>
            <a:off x="4791845" y="4356169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2A6B2995-D466-BE1D-0AC6-23F865D0121E}"/>
              </a:ext>
            </a:extLst>
          </p:cNvPr>
          <p:cNvSpPr/>
          <p:nvPr/>
        </p:nvSpPr>
        <p:spPr>
          <a:xfrm>
            <a:off x="5508147" y="435611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426E33F-1814-837F-13C4-2E8175E7598A}"/>
              </a:ext>
            </a:extLst>
          </p:cNvPr>
          <p:cNvSpPr/>
          <p:nvPr/>
        </p:nvSpPr>
        <p:spPr>
          <a:xfrm>
            <a:off x="6228235" y="4356115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C64E92AE-D7EF-0A63-9C68-045F1A8D1718}"/>
              </a:ext>
            </a:extLst>
          </p:cNvPr>
          <p:cNvSpPr/>
          <p:nvPr/>
        </p:nvSpPr>
        <p:spPr>
          <a:xfrm>
            <a:off x="2635361" y="5085284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497AB67B-20CC-1C05-F2EF-42153B778E69}"/>
              </a:ext>
            </a:extLst>
          </p:cNvPr>
          <p:cNvSpPr/>
          <p:nvPr/>
        </p:nvSpPr>
        <p:spPr>
          <a:xfrm>
            <a:off x="3355449" y="5085284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59D9A93-F66D-14AA-7278-6AAC0448FBA7}"/>
              </a:ext>
            </a:extLst>
          </p:cNvPr>
          <p:cNvSpPr/>
          <p:nvPr/>
        </p:nvSpPr>
        <p:spPr>
          <a:xfrm>
            <a:off x="4079336" y="5085284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797E108-1416-D81C-0858-7B0B59850B18}"/>
              </a:ext>
            </a:extLst>
          </p:cNvPr>
          <p:cNvSpPr/>
          <p:nvPr/>
        </p:nvSpPr>
        <p:spPr>
          <a:xfrm>
            <a:off x="4799424" y="5085284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8638857E-1755-F4A6-07CF-62F280B3CFDF}"/>
              </a:ext>
            </a:extLst>
          </p:cNvPr>
          <p:cNvSpPr/>
          <p:nvPr/>
        </p:nvSpPr>
        <p:spPr>
          <a:xfrm>
            <a:off x="5515726" y="5085230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9F80E55-D92C-270A-182C-CA3E357DBFDE}"/>
              </a:ext>
            </a:extLst>
          </p:cNvPr>
          <p:cNvSpPr/>
          <p:nvPr/>
        </p:nvSpPr>
        <p:spPr>
          <a:xfrm>
            <a:off x="6235814" y="5085230"/>
            <a:ext cx="280404" cy="2879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1" name="図 80" descr="カラーコーン・ロードコーンのイラスト">
            <a:extLst>
              <a:ext uri="{FF2B5EF4-FFF2-40B4-BE49-F238E27FC236}">
                <a16:creationId xmlns:a16="http://schemas.microsoft.com/office/drawing/2014/main" id="{5996BBFD-25CD-6CB5-8CD9-D08890154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69" y="1781847"/>
            <a:ext cx="287983" cy="287983"/>
          </a:xfrm>
          <a:prstGeom prst="rect">
            <a:avLst/>
          </a:prstGeom>
        </p:spPr>
      </p:pic>
      <p:pic>
        <p:nvPicPr>
          <p:cNvPr id="82" name="図 81" descr="カラーコーン・ロードコーンのイラスト">
            <a:extLst>
              <a:ext uri="{FF2B5EF4-FFF2-40B4-BE49-F238E27FC236}">
                <a16:creationId xmlns:a16="http://schemas.microsoft.com/office/drawing/2014/main" id="{2311335C-4851-76D1-4C6B-EFCF2E4F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760" y="1475701"/>
            <a:ext cx="287983" cy="287983"/>
          </a:xfrm>
          <a:prstGeom prst="rect">
            <a:avLst/>
          </a:prstGeom>
        </p:spPr>
      </p:pic>
      <p:pic>
        <p:nvPicPr>
          <p:cNvPr id="83" name="図 82" descr="カラーコーン・ロードコーンのイラスト">
            <a:extLst>
              <a:ext uri="{FF2B5EF4-FFF2-40B4-BE49-F238E27FC236}">
                <a16:creationId xmlns:a16="http://schemas.microsoft.com/office/drawing/2014/main" id="{BC9C7963-915D-5A86-EE26-6E931C567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319" y="2549836"/>
            <a:ext cx="287983" cy="287983"/>
          </a:xfrm>
          <a:prstGeom prst="rect">
            <a:avLst/>
          </a:prstGeom>
        </p:spPr>
      </p:pic>
      <p:pic>
        <p:nvPicPr>
          <p:cNvPr id="84" name="図 83" descr="カラーコーン・ロードコーンのイラスト">
            <a:extLst>
              <a:ext uri="{FF2B5EF4-FFF2-40B4-BE49-F238E27FC236}">
                <a16:creationId xmlns:a16="http://schemas.microsoft.com/office/drawing/2014/main" id="{C6C59764-9B3B-13B0-CAB2-5D94452A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319" y="3265152"/>
            <a:ext cx="287983" cy="287983"/>
          </a:xfrm>
          <a:prstGeom prst="rect">
            <a:avLst/>
          </a:prstGeom>
        </p:spPr>
      </p:pic>
      <p:pic>
        <p:nvPicPr>
          <p:cNvPr id="85" name="図 84" descr="カラーコーン・ロードコーンのイラスト">
            <a:extLst>
              <a:ext uri="{FF2B5EF4-FFF2-40B4-BE49-F238E27FC236}">
                <a16:creationId xmlns:a16="http://schemas.microsoft.com/office/drawing/2014/main" id="{A950ADC4-EB35-4F0C-20E4-D672070A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264" y="3956101"/>
            <a:ext cx="287983" cy="287983"/>
          </a:xfrm>
          <a:prstGeom prst="rect">
            <a:avLst/>
          </a:prstGeom>
        </p:spPr>
      </p:pic>
      <p:pic>
        <p:nvPicPr>
          <p:cNvPr id="86" name="図 85" descr="カラーコーン・ロードコーンのイラスト">
            <a:extLst>
              <a:ext uri="{FF2B5EF4-FFF2-40B4-BE49-F238E27FC236}">
                <a16:creationId xmlns:a16="http://schemas.microsoft.com/office/drawing/2014/main" id="{30D52B45-68C6-2FCC-68B3-A74D5CFEE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546" y="3984968"/>
            <a:ext cx="287983" cy="287983"/>
          </a:xfrm>
          <a:prstGeom prst="rect">
            <a:avLst/>
          </a:prstGeom>
        </p:spPr>
      </p:pic>
      <p:pic>
        <p:nvPicPr>
          <p:cNvPr id="87" name="図 86" descr="カラーコーン・ロードコーンのイラスト">
            <a:extLst>
              <a:ext uri="{FF2B5EF4-FFF2-40B4-BE49-F238E27FC236}">
                <a16:creationId xmlns:a16="http://schemas.microsoft.com/office/drawing/2014/main" id="{043536ED-2792-80B0-15BD-C03546799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162" y="3261656"/>
            <a:ext cx="287983" cy="287983"/>
          </a:xfrm>
          <a:prstGeom prst="rect">
            <a:avLst/>
          </a:prstGeom>
        </p:spPr>
      </p:pic>
      <p:pic>
        <p:nvPicPr>
          <p:cNvPr id="88" name="図 87" descr="カラーコーン・ロードコーンのイラスト">
            <a:extLst>
              <a:ext uri="{FF2B5EF4-FFF2-40B4-BE49-F238E27FC236}">
                <a16:creationId xmlns:a16="http://schemas.microsoft.com/office/drawing/2014/main" id="{A4F791D0-FB30-2A7E-1DA2-CB3459FA4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61" y="4716213"/>
            <a:ext cx="287983" cy="287983"/>
          </a:xfrm>
          <a:prstGeom prst="rect">
            <a:avLst/>
          </a:prstGeom>
        </p:spPr>
      </p:pic>
      <p:pic>
        <p:nvPicPr>
          <p:cNvPr id="89" name="図 88" descr="カラーコーン・ロードコーンのイラスト">
            <a:extLst>
              <a:ext uri="{FF2B5EF4-FFF2-40B4-BE49-F238E27FC236}">
                <a16:creationId xmlns:a16="http://schemas.microsoft.com/office/drawing/2014/main" id="{B6C50B44-942D-A14E-40D2-1BBC515E3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35" y="5081938"/>
            <a:ext cx="287983" cy="287983"/>
          </a:xfrm>
          <a:prstGeom prst="rect">
            <a:avLst/>
          </a:prstGeom>
        </p:spPr>
      </p:pic>
      <p:pic>
        <p:nvPicPr>
          <p:cNvPr id="90" name="図 89" descr="カラーコーン・ロードコーンのイラスト">
            <a:extLst>
              <a:ext uri="{FF2B5EF4-FFF2-40B4-BE49-F238E27FC236}">
                <a16:creationId xmlns:a16="http://schemas.microsoft.com/office/drawing/2014/main" id="{F15120C7-6702-4815-73EA-20566F4A3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132" y="2901899"/>
            <a:ext cx="287983" cy="287983"/>
          </a:xfrm>
          <a:prstGeom prst="rect">
            <a:avLst/>
          </a:prstGeom>
        </p:spPr>
      </p:pic>
      <p:pic>
        <p:nvPicPr>
          <p:cNvPr id="91" name="図 90" descr="カラーコーン・ロードコーンのイラスト">
            <a:extLst>
              <a:ext uri="{FF2B5EF4-FFF2-40B4-BE49-F238E27FC236}">
                <a16:creationId xmlns:a16="http://schemas.microsoft.com/office/drawing/2014/main" id="{30BD84CE-4869-39A5-0665-C8891D511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968" y="1448802"/>
            <a:ext cx="287983" cy="287983"/>
          </a:xfrm>
          <a:prstGeom prst="rect">
            <a:avLst/>
          </a:prstGeom>
        </p:spPr>
      </p:pic>
      <p:pic>
        <p:nvPicPr>
          <p:cNvPr id="92" name="図 91" descr="カラーコーン・ロードコーンのイラスト">
            <a:extLst>
              <a:ext uri="{FF2B5EF4-FFF2-40B4-BE49-F238E27FC236}">
                <a16:creationId xmlns:a16="http://schemas.microsoft.com/office/drawing/2014/main" id="{266E6AF0-EECD-CC68-7AE5-F3D2E1128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28" y="2168892"/>
            <a:ext cx="287983" cy="287983"/>
          </a:xfrm>
          <a:prstGeom prst="rect">
            <a:avLst/>
          </a:prstGeom>
        </p:spPr>
      </p:pic>
      <p:pic>
        <p:nvPicPr>
          <p:cNvPr id="93" name="図 92" descr="カラーコーン・ロードコーンのイラスト">
            <a:extLst>
              <a:ext uri="{FF2B5EF4-FFF2-40B4-BE49-F238E27FC236}">
                <a16:creationId xmlns:a16="http://schemas.microsoft.com/office/drawing/2014/main" id="{BA6CA832-D81E-4386-0379-A55B6F328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613" y="2208195"/>
            <a:ext cx="287983" cy="287983"/>
          </a:xfrm>
          <a:prstGeom prst="rect">
            <a:avLst/>
          </a:prstGeom>
        </p:spPr>
      </p:pic>
      <p:pic>
        <p:nvPicPr>
          <p:cNvPr id="94" name="図 93" descr="カラーコーン・ロードコーンのイラスト">
            <a:extLst>
              <a:ext uri="{FF2B5EF4-FFF2-40B4-BE49-F238E27FC236}">
                <a16:creationId xmlns:a16="http://schemas.microsoft.com/office/drawing/2014/main" id="{ADC16C50-2FE8-A05A-60A0-625008291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613" y="3621989"/>
            <a:ext cx="287983" cy="287983"/>
          </a:xfrm>
          <a:prstGeom prst="rect">
            <a:avLst/>
          </a:prstGeom>
        </p:spPr>
      </p:pic>
      <p:pic>
        <p:nvPicPr>
          <p:cNvPr id="95" name="図 94" descr="カラーコーン・ロードコーンのイラスト">
            <a:extLst>
              <a:ext uri="{FF2B5EF4-FFF2-40B4-BE49-F238E27FC236}">
                <a16:creationId xmlns:a16="http://schemas.microsoft.com/office/drawing/2014/main" id="{F513D4E4-4633-367B-A39B-B2FEF9036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446" y="4372046"/>
            <a:ext cx="287983" cy="287983"/>
          </a:xfrm>
          <a:prstGeom prst="rect">
            <a:avLst/>
          </a:prstGeom>
        </p:spPr>
      </p:pic>
      <p:pic>
        <p:nvPicPr>
          <p:cNvPr id="96" name="図 95" descr="カラーコーン・ロードコーンのイラスト">
            <a:extLst>
              <a:ext uri="{FF2B5EF4-FFF2-40B4-BE49-F238E27FC236}">
                <a16:creationId xmlns:a16="http://schemas.microsoft.com/office/drawing/2014/main" id="{74211E33-419D-23D6-051F-5BC97B8BC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770" y="5073595"/>
            <a:ext cx="287983" cy="287983"/>
          </a:xfrm>
          <a:prstGeom prst="rect">
            <a:avLst/>
          </a:prstGeom>
        </p:spPr>
      </p:pic>
      <p:pic>
        <p:nvPicPr>
          <p:cNvPr id="97" name="図 96">
            <a:extLst>
              <a:ext uri="{FF2B5EF4-FFF2-40B4-BE49-F238E27FC236}">
                <a16:creationId xmlns:a16="http://schemas.microsoft.com/office/drawing/2014/main" id="{FD58163D-6BE5-E8DC-D052-DDC2C1981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23258" y="3197998"/>
            <a:ext cx="818863" cy="549548"/>
          </a:xfrm>
          <a:prstGeom prst="rect">
            <a:avLst/>
          </a:prstGeom>
        </p:spPr>
      </p:pic>
      <p:pic>
        <p:nvPicPr>
          <p:cNvPr id="98" name="図 97">
            <a:extLst>
              <a:ext uri="{FF2B5EF4-FFF2-40B4-BE49-F238E27FC236}">
                <a16:creationId xmlns:a16="http://schemas.microsoft.com/office/drawing/2014/main" id="{4BBA31CC-AC7D-D87E-5E04-E982E1F688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899" y="3204624"/>
            <a:ext cx="864096" cy="63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6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29</Words>
  <Application>Microsoft Macintosh PowerPoint</Application>
  <PresentationFormat>画面に合わせる 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4" baseType="lpstr"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 宙志</dc:creator>
  <cp:lastModifiedBy>渡辺 宙志</cp:lastModifiedBy>
  <cp:revision>19</cp:revision>
  <dcterms:created xsi:type="dcterms:W3CDTF">2026-07-04T06:31:55Z</dcterms:created>
  <dcterms:modified xsi:type="dcterms:W3CDTF">2026-07-08T04:32:42Z</dcterms:modified>
</cp:coreProperties>
</file>