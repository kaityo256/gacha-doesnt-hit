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42"/>
    <p:restoredTop sz="96525"/>
  </p:normalViewPr>
  <p:slideViewPr>
    <p:cSldViewPr>
      <p:cViewPr varScale="1">
        <p:scale>
          <a:sx n="183" d="100"/>
          <a:sy n="183" d="100"/>
        </p:scale>
        <p:origin x="9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297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266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3920B1F2-A057-E211-9E1A-349E836D3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7222952"/>
              </p:ext>
            </p:extLst>
          </p:nvPr>
        </p:nvGraphicFramePr>
        <p:xfrm>
          <a:off x="1524000" y="1397000"/>
          <a:ext cx="5267091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3580">
                  <a:extLst>
                    <a:ext uri="{9D8B030D-6E8A-4147-A177-3AD203B41FA5}">
                      <a16:colId xmlns:a16="http://schemas.microsoft.com/office/drawing/2014/main" val="230049765"/>
                    </a:ext>
                  </a:extLst>
                </a:gridCol>
                <a:gridCol w="1505268">
                  <a:extLst>
                    <a:ext uri="{9D8B030D-6E8A-4147-A177-3AD203B41FA5}">
                      <a16:colId xmlns:a16="http://schemas.microsoft.com/office/drawing/2014/main" val="1860601039"/>
                    </a:ext>
                  </a:extLst>
                </a:gridCol>
                <a:gridCol w="1788243">
                  <a:extLst>
                    <a:ext uri="{9D8B030D-6E8A-4147-A177-3AD203B41FA5}">
                      <a16:colId xmlns:a16="http://schemas.microsoft.com/office/drawing/2014/main" val="33889095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感染パラメータ</a:t>
                      </a:r>
                      <a:r>
                        <a:rPr kumimoji="1" lang="en-US" altLang="ja-JP" dirty="0"/>
                        <a:t>R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収束まで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/>
                        <a:t>週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結末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0465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0.5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7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生存エンド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90522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0.9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28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生存エンド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7616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1.0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99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全滅エンド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708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1.1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25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全滅エンド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5888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2.0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全滅エンド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8374995"/>
                  </a:ext>
                </a:extLst>
              </a:tr>
            </a:tbl>
          </a:graphicData>
        </a:graphic>
      </p:graphicFrame>
      <p:pic>
        <p:nvPicPr>
          <p:cNvPr id="13" name="図 12" descr="ゾンビのイラスト（空想上の生物）">
            <a:extLst>
              <a:ext uri="{FF2B5EF4-FFF2-40B4-BE49-F238E27FC236}">
                <a16:creationId xmlns:a16="http://schemas.microsoft.com/office/drawing/2014/main" id="{4C2776BB-FEDC-9901-F511-446880FDE0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392" y="3799332"/>
            <a:ext cx="1886712" cy="1886712"/>
          </a:xfrm>
          <a:prstGeom prst="rect">
            <a:avLst/>
          </a:prstGeom>
        </p:spPr>
      </p:pic>
      <p:pic>
        <p:nvPicPr>
          <p:cNvPr id="14" name="図 13" descr="逃げている男性のイラスト">
            <a:extLst>
              <a:ext uri="{FF2B5EF4-FFF2-40B4-BE49-F238E27FC236}">
                <a16:creationId xmlns:a16="http://schemas.microsoft.com/office/drawing/2014/main" id="{AE6B3A48-6A24-41B4-FDA5-C64538781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594" y="3666460"/>
            <a:ext cx="1543304" cy="1794540"/>
          </a:xfrm>
          <a:prstGeom prst="rect">
            <a:avLst/>
          </a:prstGeom>
        </p:spPr>
      </p:pic>
      <p:pic>
        <p:nvPicPr>
          <p:cNvPr id="15" name="図 14" descr="逃げている女性のイラスト">
            <a:extLst>
              <a:ext uri="{FF2B5EF4-FFF2-40B4-BE49-F238E27FC236}">
                <a16:creationId xmlns:a16="http://schemas.microsoft.com/office/drawing/2014/main" id="{46188FA3-8DA5-047D-67E6-70892FFD4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5366" y="3960368"/>
            <a:ext cx="1547104" cy="188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70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2110A12-D436-C232-DD01-EB73810D5245}"/>
              </a:ext>
            </a:extLst>
          </p:cNvPr>
          <p:cNvSpPr/>
          <p:nvPr/>
        </p:nvSpPr>
        <p:spPr>
          <a:xfrm>
            <a:off x="2627784" y="1268760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2A2AB8E-81D8-59EB-C797-09BC8C3CD258}"/>
              </a:ext>
            </a:extLst>
          </p:cNvPr>
          <p:cNvSpPr/>
          <p:nvPr/>
        </p:nvSpPr>
        <p:spPr>
          <a:xfrm>
            <a:off x="3347875" y="1268760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D08F98F-98E6-F692-DD30-5BABFB7590C5}"/>
              </a:ext>
            </a:extLst>
          </p:cNvPr>
          <p:cNvSpPr/>
          <p:nvPr/>
        </p:nvSpPr>
        <p:spPr>
          <a:xfrm>
            <a:off x="4067966" y="1268760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4B80107-EA22-28EA-EB13-0412D1379D4E}"/>
              </a:ext>
            </a:extLst>
          </p:cNvPr>
          <p:cNvSpPr/>
          <p:nvPr/>
        </p:nvSpPr>
        <p:spPr>
          <a:xfrm>
            <a:off x="4788057" y="1268760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D194C60-376C-E80D-DFF7-5D4223F47646}"/>
              </a:ext>
            </a:extLst>
          </p:cNvPr>
          <p:cNvSpPr/>
          <p:nvPr/>
        </p:nvSpPr>
        <p:spPr>
          <a:xfrm>
            <a:off x="5508148" y="1268760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0154FBAC-A6CF-F47C-D416-A896770F0950}"/>
              </a:ext>
            </a:extLst>
          </p:cNvPr>
          <p:cNvSpPr/>
          <p:nvPr/>
        </p:nvSpPr>
        <p:spPr>
          <a:xfrm>
            <a:off x="6228237" y="1268760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777135A-6B87-4FF0-D6C5-B7E21843CC09}"/>
              </a:ext>
            </a:extLst>
          </p:cNvPr>
          <p:cNvSpPr/>
          <p:nvPr/>
        </p:nvSpPr>
        <p:spPr>
          <a:xfrm rot="16200000">
            <a:off x="4428009" y="-531465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0FB0AAE5-29D9-955D-72DE-F1DBA29A10A4}"/>
              </a:ext>
            </a:extLst>
          </p:cNvPr>
          <p:cNvSpPr/>
          <p:nvPr/>
        </p:nvSpPr>
        <p:spPr>
          <a:xfrm rot="16200000">
            <a:off x="4428008" y="188625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11168FF-2885-F957-57E7-E28D513859D3}"/>
              </a:ext>
            </a:extLst>
          </p:cNvPr>
          <p:cNvSpPr/>
          <p:nvPr/>
        </p:nvSpPr>
        <p:spPr>
          <a:xfrm rot="16200000">
            <a:off x="4428008" y="908715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E607D3B-7732-AF2A-E549-D43A3D1DE18B}"/>
              </a:ext>
            </a:extLst>
          </p:cNvPr>
          <p:cNvSpPr/>
          <p:nvPr/>
        </p:nvSpPr>
        <p:spPr>
          <a:xfrm rot="16200000">
            <a:off x="4428010" y="1628805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8DACA2A-4C9B-DB92-BEBC-72DB86722F0F}"/>
              </a:ext>
            </a:extLst>
          </p:cNvPr>
          <p:cNvSpPr/>
          <p:nvPr/>
        </p:nvSpPr>
        <p:spPr>
          <a:xfrm rot="16200000">
            <a:off x="4428009" y="2348895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1F7F883-5E83-9C40-741B-4D4420F9E6FA}"/>
              </a:ext>
            </a:extLst>
          </p:cNvPr>
          <p:cNvSpPr/>
          <p:nvPr/>
        </p:nvSpPr>
        <p:spPr>
          <a:xfrm rot="16200000">
            <a:off x="4428009" y="3068987"/>
            <a:ext cx="287981" cy="432047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106F3C36-2BB3-FC93-D8F8-E860198252AF}"/>
              </a:ext>
            </a:extLst>
          </p:cNvPr>
          <p:cNvCxnSpPr>
            <a:stCxn id="17" idx="0"/>
          </p:cNvCxnSpPr>
          <p:nvPr/>
        </p:nvCxnSpPr>
        <p:spPr>
          <a:xfrm flipH="1">
            <a:off x="2771774" y="1268760"/>
            <a:ext cx="1" cy="4320479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78AA80CD-FBF5-750B-CFB2-019CBD7CA65A}"/>
              </a:ext>
            </a:extLst>
          </p:cNvPr>
          <p:cNvCxnSpPr/>
          <p:nvPr/>
        </p:nvCxnSpPr>
        <p:spPr>
          <a:xfrm flipH="1">
            <a:off x="3494309" y="1277762"/>
            <a:ext cx="1" cy="4320479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44D0DA42-4D4F-EA21-2947-A687A5C57989}"/>
              </a:ext>
            </a:extLst>
          </p:cNvPr>
          <p:cNvCxnSpPr/>
          <p:nvPr/>
        </p:nvCxnSpPr>
        <p:spPr>
          <a:xfrm flipH="1">
            <a:off x="4218565" y="1277761"/>
            <a:ext cx="1" cy="4320479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B018C9E4-273B-D816-268F-CA572886E459}"/>
              </a:ext>
            </a:extLst>
          </p:cNvPr>
          <p:cNvCxnSpPr/>
          <p:nvPr/>
        </p:nvCxnSpPr>
        <p:spPr>
          <a:xfrm flipH="1">
            <a:off x="4922033" y="1277761"/>
            <a:ext cx="1" cy="4320479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6494950C-7C1F-A5F2-FC51-F8F68ACB5DBE}"/>
              </a:ext>
            </a:extLst>
          </p:cNvPr>
          <p:cNvCxnSpPr/>
          <p:nvPr/>
        </p:nvCxnSpPr>
        <p:spPr>
          <a:xfrm flipH="1">
            <a:off x="5652137" y="1277761"/>
            <a:ext cx="1" cy="4320479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13D2F7E4-B06F-4494-1066-A2D7BE9B5B39}"/>
              </a:ext>
            </a:extLst>
          </p:cNvPr>
          <p:cNvCxnSpPr/>
          <p:nvPr/>
        </p:nvCxnSpPr>
        <p:spPr>
          <a:xfrm flipH="1">
            <a:off x="6372226" y="1277761"/>
            <a:ext cx="1" cy="4320479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3D1608A7-8E3F-03B7-E608-A9787D2C44B4}"/>
              </a:ext>
            </a:extLst>
          </p:cNvPr>
          <p:cNvCxnSpPr>
            <a:cxnSpLocks/>
            <a:stCxn id="24" idx="0"/>
            <a:endCxn id="24" idx="2"/>
          </p:cNvCxnSpPr>
          <p:nvPr/>
        </p:nvCxnSpPr>
        <p:spPr>
          <a:xfrm>
            <a:off x="2411760" y="1628774"/>
            <a:ext cx="4320479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B97775E6-A5D1-AC81-2B19-E432225D4CC4}"/>
              </a:ext>
            </a:extLst>
          </p:cNvPr>
          <p:cNvCxnSpPr>
            <a:cxnSpLocks/>
          </p:cNvCxnSpPr>
          <p:nvPr/>
        </p:nvCxnSpPr>
        <p:spPr>
          <a:xfrm>
            <a:off x="2411759" y="2348864"/>
            <a:ext cx="4320479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146C9A2-AD49-0B08-8636-5A2A1E5FF2EF}"/>
              </a:ext>
            </a:extLst>
          </p:cNvPr>
          <p:cNvCxnSpPr>
            <a:cxnSpLocks/>
          </p:cNvCxnSpPr>
          <p:nvPr/>
        </p:nvCxnSpPr>
        <p:spPr>
          <a:xfrm>
            <a:off x="2411759" y="3789045"/>
            <a:ext cx="4320479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345A3169-7D35-9EAC-AA93-4440D3814AF7}"/>
              </a:ext>
            </a:extLst>
          </p:cNvPr>
          <p:cNvCxnSpPr>
            <a:cxnSpLocks/>
          </p:cNvCxnSpPr>
          <p:nvPr/>
        </p:nvCxnSpPr>
        <p:spPr>
          <a:xfrm>
            <a:off x="2411759" y="4509134"/>
            <a:ext cx="4320479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コネクタ 42">
            <a:extLst>
              <a:ext uri="{FF2B5EF4-FFF2-40B4-BE49-F238E27FC236}">
                <a16:creationId xmlns:a16="http://schemas.microsoft.com/office/drawing/2014/main" id="{1C59D29D-D069-B5B8-C010-C6738421BC7E}"/>
              </a:ext>
            </a:extLst>
          </p:cNvPr>
          <p:cNvCxnSpPr>
            <a:cxnSpLocks/>
          </p:cNvCxnSpPr>
          <p:nvPr/>
        </p:nvCxnSpPr>
        <p:spPr>
          <a:xfrm>
            <a:off x="2411759" y="5229226"/>
            <a:ext cx="4320479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2A53A524-25E2-A9B5-7DB2-F58CF71D342E}"/>
              </a:ext>
            </a:extLst>
          </p:cNvPr>
          <p:cNvCxnSpPr>
            <a:cxnSpLocks/>
          </p:cNvCxnSpPr>
          <p:nvPr/>
        </p:nvCxnSpPr>
        <p:spPr>
          <a:xfrm>
            <a:off x="2411759" y="3068955"/>
            <a:ext cx="4320479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2E6B7384-121F-5436-5E89-BCD94C1965D2}"/>
              </a:ext>
            </a:extLst>
          </p:cNvPr>
          <p:cNvSpPr/>
          <p:nvPr/>
        </p:nvSpPr>
        <p:spPr>
          <a:xfrm>
            <a:off x="2627784" y="148477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A6A4DCD2-1EFF-9ECD-F348-0ACF1C70F0C0}"/>
              </a:ext>
            </a:extLst>
          </p:cNvPr>
          <p:cNvSpPr/>
          <p:nvPr/>
        </p:nvSpPr>
        <p:spPr>
          <a:xfrm>
            <a:off x="3347872" y="148477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5608B40-78CC-E023-69BC-F82DAD6940D9}"/>
              </a:ext>
            </a:extLst>
          </p:cNvPr>
          <p:cNvSpPr/>
          <p:nvPr/>
        </p:nvSpPr>
        <p:spPr>
          <a:xfrm>
            <a:off x="4071759" y="148477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0A104197-6EA2-D4CA-778E-EF4C4AF2B3D4}"/>
              </a:ext>
            </a:extLst>
          </p:cNvPr>
          <p:cNvSpPr/>
          <p:nvPr/>
        </p:nvSpPr>
        <p:spPr>
          <a:xfrm>
            <a:off x="4791847" y="148477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4F0FE250-064D-5EA4-C80A-94D94659DABD}"/>
              </a:ext>
            </a:extLst>
          </p:cNvPr>
          <p:cNvSpPr/>
          <p:nvPr/>
        </p:nvSpPr>
        <p:spPr>
          <a:xfrm>
            <a:off x="5508149" y="148472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77DE563C-4C34-B9A9-21D5-8CF69B73064B}"/>
              </a:ext>
            </a:extLst>
          </p:cNvPr>
          <p:cNvSpPr/>
          <p:nvPr/>
        </p:nvSpPr>
        <p:spPr>
          <a:xfrm>
            <a:off x="6228237" y="148472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5CBE973-246E-682B-5A9C-EBC9AF39FDBB}"/>
              </a:ext>
            </a:extLst>
          </p:cNvPr>
          <p:cNvSpPr/>
          <p:nvPr/>
        </p:nvSpPr>
        <p:spPr>
          <a:xfrm>
            <a:off x="2627784" y="219592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332EA87C-388A-011D-7826-4E970D711985}"/>
              </a:ext>
            </a:extLst>
          </p:cNvPr>
          <p:cNvSpPr/>
          <p:nvPr/>
        </p:nvSpPr>
        <p:spPr>
          <a:xfrm>
            <a:off x="3347872" y="219592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AABAABDB-514F-FCEF-FD99-4590228D1258}"/>
              </a:ext>
            </a:extLst>
          </p:cNvPr>
          <p:cNvSpPr/>
          <p:nvPr/>
        </p:nvSpPr>
        <p:spPr>
          <a:xfrm>
            <a:off x="4071759" y="219592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28436B67-B7C9-14EB-1C49-C0E43A440D58}"/>
              </a:ext>
            </a:extLst>
          </p:cNvPr>
          <p:cNvSpPr/>
          <p:nvPr/>
        </p:nvSpPr>
        <p:spPr>
          <a:xfrm>
            <a:off x="4791847" y="219592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F6173D77-ADE3-D698-8AAF-5C715574BEFB}"/>
              </a:ext>
            </a:extLst>
          </p:cNvPr>
          <p:cNvSpPr/>
          <p:nvPr/>
        </p:nvSpPr>
        <p:spPr>
          <a:xfrm>
            <a:off x="5508149" y="2195871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450D2ED3-3C9A-F739-9510-DCFBBD3E8350}"/>
              </a:ext>
            </a:extLst>
          </p:cNvPr>
          <p:cNvSpPr/>
          <p:nvPr/>
        </p:nvSpPr>
        <p:spPr>
          <a:xfrm>
            <a:off x="6228237" y="2195871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E6910D5-7A58-DFB9-41AD-8BBDD7E061F6}"/>
              </a:ext>
            </a:extLst>
          </p:cNvPr>
          <p:cNvSpPr/>
          <p:nvPr/>
        </p:nvSpPr>
        <p:spPr>
          <a:xfrm>
            <a:off x="2627784" y="291598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2DB674F8-EF0D-18BE-45FC-F8DB9121A1E9}"/>
              </a:ext>
            </a:extLst>
          </p:cNvPr>
          <p:cNvSpPr/>
          <p:nvPr/>
        </p:nvSpPr>
        <p:spPr>
          <a:xfrm>
            <a:off x="3347872" y="291598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6D93F492-5EA9-29DD-55D2-99EDDE5F1095}"/>
              </a:ext>
            </a:extLst>
          </p:cNvPr>
          <p:cNvSpPr/>
          <p:nvPr/>
        </p:nvSpPr>
        <p:spPr>
          <a:xfrm>
            <a:off x="4071759" y="291598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935A6A31-1527-5CF0-258B-FDCB266E70B4}"/>
              </a:ext>
            </a:extLst>
          </p:cNvPr>
          <p:cNvSpPr/>
          <p:nvPr/>
        </p:nvSpPr>
        <p:spPr>
          <a:xfrm>
            <a:off x="4791847" y="291598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2699C32F-B46D-3535-CF5B-CA1AF8C5759F}"/>
              </a:ext>
            </a:extLst>
          </p:cNvPr>
          <p:cNvSpPr/>
          <p:nvPr/>
        </p:nvSpPr>
        <p:spPr>
          <a:xfrm>
            <a:off x="5508149" y="291593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4F4D2B3D-55C3-F1FA-5F41-5C2CE54FB3A1}"/>
              </a:ext>
            </a:extLst>
          </p:cNvPr>
          <p:cNvSpPr/>
          <p:nvPr/>
        </p:nvSpPr>
        <p:spPr>
          <a:xfrm>
            <a:off x="6228237" y="291593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24BDB8F4-08D4-D5CD-D92A-6BF980FD229A}"/>
              </a:ext>
            </a:extLst>
          </p:cNvPr>
          <p:cNvSpPr/>
          <p:nvPr/>
        </p:nvSpPr>
        <p:spPr>
          <a:xfrm>
            <a:off x="2627782" y="3648347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A58A631C-1CD2-C5DA-EC80-943200B7952D}"/>
              </a:ext>
            </a:extLst>
          </p:cNvPr>
          <p:cNvSpPr/>
          <p:nvPr/>
        </p:nvSpPr>
        <p:spPr>
          <a:xfrm>
            <a:off x="3347870" y="3648347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8CBB55CF-7893-3FF5-6C27-36B7D505EDAE}"/>
              </a:ext>
            </a:extLst>
          </p:cNvPr>
          <p:cNvSpPr/>
          <p:nvPr/>
        </p:nvSpPr>
        <p:spPr>
          <a:xfrm>
            <a:off x="4071757" y="3648347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6B1E53BD-C74C-0251-2700-9542BE4EA4E3}"/>
              </a:ext>
            </a:extLst>
          </p:cNvPr>
          <p:cNvSpPr/>
          <p:nvPr/>
        </p:nvSpPr>
        <p:spPr>
          <a:xfrm>
            <a:off x="4791845" y="3648347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C6124297-0926-2C1C-B694-98078C7DB635}"/>
              </a:ext>
            </a:extLst>
          </p:cNvPr>
          <p:cNvSpPr/>
          <p:nvPr/>
        </p:nvSpPr>
        <p:spPr>
          <a:xfrm>
            <a:off x="5508147" y="3648293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8D525717-BE5B-2A6D-97BF-94A09A47E35E}"/>
              </a:ext>
            </a:extLst>
          </p:cNvPr>
          <p:cNvSpPr/>
          <p:nvPr/>
        </p:nvSpPr>
        <p:spPr>
          <a:xfrm>
            <a:off x="6228235" y="3648293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37FB623-839B-EC4C-436A-B5CB36FCD6CA}"/>
              </a:ext>
            </a:extLst>
          </p:cNvPr>
          <p:cNvSpPr/>
          <p:nvPr/>
        </p:nvSpPr>
        <p:spPr>
          <a:xfrm>
            <a:off x="2627782" y="435616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D65499C0-3313-FF36-EA8C-4DA772368D40}"/>
              </a:ext>
            </a:extLst>
          </p:cNvPr>
          <p:cNvSpPr/>
          <p:nvPr/>
        </p:nvSpPr>
        <p:spPr>
          <a:xfrm>
            <a:off x="3347870" y="435616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A885720F-D4C5-611F-B3C7-DD08AEF4F5F7}"/>
              </a:ext>
            </a:extLst>
          </p:cNvPr>
          <p:cNvSpPr/>
          <p:nvPr/>
        </p:nvSpPr>
        <p:spPr>
          <a:xfrm>
            <a:off x="4071757" y="435616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6E3CAB67-3941-C15B-7C0F-06A0D907FD11}"/>
              </a:ext>
            </a:extLst>
          </p:cNvPr>
          <p:cNvSpPr/>
          <p:nvPr/>
        </p:nvSpPr>
        <p:spPr>
          <a:xfrm>
            <a:off x="4791845" y="4356169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2A6B2995-D466-BE1D-0AC6-23F865D0121E}"/>
              </a:ext>
            </a:extLst>
          </p:cNvPr>
          <p:cNvSpPr/>
          <p:nvPr/>
        </p:nvSpPr>
        <p:spPr>
          <a:xfrm>
            <a:off x="5508147" y="435611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A426E33F-1814-837F-13C4-2E8175E7598A}"/>
              </a:ext>
            </a:extLst>
          </p:cNvPr>
          <p:cNvSpPr/>
          <p:nvPr/>
        </p:nvSpPr>
        <p:spPr>
          <a:xfrm>
            <a:off x="6228235" y="4356115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C64E92AE-D7EF-0A63-9C68-045F1A8D1718}"/>
              </a:ext>
            </a:extLst>
          </p:cNvPr>
          <p:cNvSpPr/>
          <p:nvPr/>
        </p:nvSpPr>
        <p:spPr>
          <a:xfrm>
            <a:off x="2635361" y="5085284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497AB67B-20CC-1C05-F2EF-42153B778E69}"/>
              </a:ext>
            </a:extLst>
          </p:cNvPr>
          <p:cNvSpPr/>
          <p:nvPr/>
        </p:nvSpPr>
        <p:spPr>
          <a:xfrm>
            <a:off x="3355449" y="5085284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E59D9A93-F66D-14AA-7278-6AAC0448FBA7}"/>
              </a:ext>
            </a:extLst>
          </p:cNvPr>
          <p:cNvSpPr/>
          <p:nvPr/>
        </p:nvSpPr>
        <p:spPr>
          <a:xfrm>
            <a:off x="4079336" y="5085284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1797E108-1416-D81C-0858-7B0B59850B18}"/>
              </a:ext>
            </a:extLst>
          </p:cNvPr>
          <p:cNvSpPr/>
          <p:nvPr/>
        </p:nvSpPr>
        <p:spPr>
          <a:xfrm>
            <a:off x="4799424" y="5085284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8638857E-1755-F4A6-07CF-62F280B3CFDF}"/>
              </a:ext>
            </a:extLst>
          </p:cNvPr>
          <p:cNvSpPr/>
          <p:nvPr/>
        </p:nvSpPr>
        <p:spPr>
          <a:xfrm>
            <a:off x="5515726" y="5085230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99F80E55-D92C-270A-182C-CA3E357DBFDE}"/>
              </a:ext>
            </a:extLst>
          </p:cNvPr>
          <p:cNvSpPr/>
          <p:nvPr/>
        </p:nvSpPr>
        <p:spPr>
          <a:xfrm>
            <a:off x="6235814" y="5085230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1" name="図 80" descr="カラーコーン・ロードコーンのイラスト">
            <a:extLst>
              <a:ext uri="{FF2B5EF4-FFF2-40B4-BE49-F238E27FC236}">
                <a16:creationId xmlns:a16="http://schemas.microsoft.com/office/drawing/2014/main" id="{5996BBFD-25CD-6CB5-8CD9-D08890154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769" y="1781847"/>
            <a:ext cx="287983" cy="287983"/>
          </a:xfrm>
          <a:prstGeom prst="rect">
            <a:avLst/>
          </a:prstGeom>
        </p:spPr>
      </p:pic>
      <p:pic>
        <p:nvPicPr>
          <p:cNvPr id="82" name="図 81" descr="カラーコーン・ロードコーンのイラスト">
            <a:extLst>
              <a:ext uri="{FF2B5EF4-FFF2-40B4-BE49-F238E27FC236}">
                <a16:creationId xmlns:a16="http://schemas.microsoft.com/office/drawing/2014/main" id="{2311335C-4851-76D1-4C6B-EFCF2E4FD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60" y="1475701"/>
            <a:ext cx="287983" cy="287983"/>
          </a:xfrm>
          <a:prstGeom prst="rect">
            <a:avLst/>
          </a:prstGeom>
        </p:spPr>
      </p:pic>
      <p:pic>
        <p:nvPicPr>
          <p:cNvPr id="83" name="図 82" descr="カラーコーン・ロードコーンのイラスト">
            <a:extLst>
              <a:ext uri="{FF2B5EF4-FFF2-40B4-BE49-F238E27FC236}">
                <a16:creationId xmlns:a16="http://schemas.microsoft.com/office/drawing/2014/main" id="{BC9C7963-915D-5A86-EE26-6E931C567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319" y="2549836"/>
            <a:ext cx="287983" cy="287983"/>
          </a:xfrm>
          <a:prstGeom prst="rect">
            <a:avLst/>
          </a:prstGeom>
        </p:spPr>
      </p:pic>
      <p:pic>
        <p:nvPicPr>
          <p:cNvPr id="84" name="図 83" descr="カラーコーン・ロードコーンのイラスト">
            <a:extLst>
              <a:ext uri="{FF2B5EF4-FFF2-40B4-BE49-F238E27FC236}">
                <a16:creationId xmlns:a16="http://schemas.microsoft.com/office/drawing/2014/main" id="{C6C59764-9B3B-13B0-CAB2-5D94452A48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319" y="3265152"/>
            <a:ext cx="287983" cy="287983"/>
          </a:xfrm>
          <a:prstGeom prst="rect">
            <a:avLst/>
          </a:prstGeom>
        </p:spPr>
      </p:pic>
      <p:pic>
        <p:nvPicPr>
          <p:cNvPr id="85" name="図 84" descr="カラーコーン・ロードコーンのイラスト">
            <a:extLst>
              <a:ext uri="{FF2B5EF4-FFF2-40B4-BE49-F238E27FC236}">
                <a16:creationId xmlns:a16="http://schemas.microsoft.com/office/drawing/2014/main" id="{A950ADC4-EB35-4F0C-20E4-D672070AC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64" y="3956101"/>
            <a:ext cx="287983" cy="287983"/>
          </a:xfrm>
          <a:prstGeom prst="rect">
            <a:avLst/>
          </a:prstGeom>
        </p:spPr>
      </p:pic>
      <p:pic>
        <p:nvPicPr>
          <p:cNvPr id="86" name="図 85" descr="カラーコーン・ロードコーンのイラスト">
            <a:extLst>
              <a:ext uri="{FF2B5EF4-FFF2-40B4-BE49-F238E27FC236}">
                <a16:creationId xmlns:a16="http://schemas.microsoft.com/office/drawing/2014/main" id="{30D52B45-68C6-2FCC-68B3-A74D5CFEE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546" y="3984968"/>
            <a:ext cx="287983" cy="287983"/>
          </a:xfrm>
          <a:prstGeom prst="rect">
            <a:avLst/>
          </a:prstGeom>
        </p:spPr>
      </p:pic>
      <p:pic>
        <p:nvPicPr>
          <p:cNvPr id="87" name="図 86" descr="カラーコーン・ロードコーンのイラスト">
            <a:extLst>
              <a:ext uri="{FF2B5EF4-FFF2-40B4-BE49-F238E27FC236}">
                <a16:creationId xmlns:a16="http://schemas.microsoft.com/office/drawing/2014/main" id="{043536ED-2792-80B0-15BD-C03546799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62" y="3261656"/>
            <a:ext cx="287983" cy="287983"/>
          </a:xfrm>
          <a:prstGeom prst="rect">
            <a:avLst/>
          </a:prstGeom>
        </p:spPr>
      </p:pic>
      <p:pic>
        <p:nvPicPr>
          <p:cNvPr id="88" name="図 87" descr="カラーコーン・ロードコーンのイラスト">
            <a:extLst>
              <a:ext uri="{FF2B5EF4-FFF2-40B4-BE49-F238E27FC236}">
                <a16:creationId xmlns:a16="http://schemas.microsoft.com/office/drawing/2014/main" id="{A4F791D0-FB30-2A7E-1DA2-CB3459FA4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7961" y="4716213"/>
            <a:ext cx="287983" cy="287983"/>
          </a:xfrm>
          <a:prstGeom prst="rect">
            <a:avLst/>
          </a:prstGeom>
        </p:spPr>
      </p:pic>
      <p:pic>
        <p:nvPicPr>
          <p:cNvPr id="89" name="図 88" descr="カラーコーン・ロードコーンのイラスト">
            <a:extLst>
              <a:ext uri="{FF2B5EF4-FFF2-40B4-BE49-F238E27FC236}">
                <a16:creationId xmlns:a16="http://schemas.microsoft.com/office/drawing/2014/main" id="{B6C50B44-942D-A14E-40D2-1BBC515E3D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35" y="5081938"/>
            <a:ext cx="287983" cy="287983"/>
          </a:xfrm>
          <a:prstGeom prst="rect">
            <a:avLst/>
          </a:prstGeom>
        </p:spPr>
      </p:pic>
      <p:pic>
        <p:nvPicPr>
          <p:cNvPr id="90" name="図 89" descr="カラーコーン・ロードコーンのイラスト">
            <a:extLst>
              <a:ext uri="{FF2B5EF4-FFF2-40B4-BE49-F238E27FC236}">
                <a16:creationId xmlns:a16="http://schemas.microsoft.com/office/drawing/2014/main" id="{F15120C7-6702-4815-73EA-20566F4A3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132" y="2901899"/>
            <a:ext cx="287983" cy="287983"/>
          </a:xfrm>
          <a:prstGeom prst="rect">
            <a:avLst/>
          </a:prstGeom>
        </p:spPr>
      </p:pic>
      <p:pic>
        <p:nvPicPr>
          <p:cNvPr id="91" name="図 90" descr="カラーコーン・ロードコーンのイラスト">
            <a:extLst>
              <a:ext uri="{FF2B5EF4-FFF2-40B4-BE49-F238E27FC236}">
                <a16:creationId xmlns:a16="http://schemas.microsoft.com/office/drawing/2014/main" id="{30BD84CE-4869-39A5-0665-C8891D511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968" y="1448802"/>
            <a:ext cx="287983" cy="287983"/>
          </a:xfrm>
          <a:prstGeom prst="rect">
            <a:avLst/>
          </a:prstGeom>
        </p:spPr>
      </p:pic>
      <p:pic>
        <p:nvPicPr>
          <p:cNvPr id="92" name="図 91" descr="カラーコーン・ロードコーンのイラスト">
            <a:extLst>
              <a:ext uri="{FF2B5EF4-FFF2-40B4-BE49-F238E27FC236}">
                <a16:creationId xmlns:a16="http://schemas.microsoft.com/office/drawing/2014/main" id="{266E6AF0-EECD-CC68-7AE5-F3D2E1128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028" y="2168892"/>
            <a:ext cx="287983" cy="287983"/>
          </a:xfrm>
          <a:prstGeom prst="rect">
            <a:avLst/>
          </a:prstGeom>
        </p:spPr>
      </p:pic>
      <p:pic>
        <p:nvPicPr>
          <p:cNvPr id="93" name="図 92" descr="カラーコーン・ロードコーンのイラスト">
            <a:extLst>
              <a:ext uri="{FF2B5EF4-FFF2-40B4-BE49-F238E27FC236}">
                <a16:creationId xmlns:a16="http://schemas.microsoft.com/office/drawing/2014/main" id="{BA6CA832-D81E-4386-0379-A55B6F328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613" y="2208195"/>
            <a:ext cx="287983" cy="287983"/>
          </a:xfrm>
          <a:prstGeom prst="rect">
            <a:avLst/>
          </a:prstGeom>
        </p:spPr>
      </p:pic>
      <p:pic>
        <p:nvPicPr>
          <p:cNvPr id="94" name="図 93" descr="カラーコーン・ロードコーンのイラスト">
            <a:extLst>
              <a:ext uri="{FF2B5EF4-FFF2-40B4-BE49-F238E27FC236}">
                <a16:creationId xmlns:a16="http://schemas.microsoft.com/office/drawing/2014/main" id="{ADC16C50-2FE8-A05A-60A0-625008291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613" y="3621989"/>
            <a:ext cx="287983" cy="287983"/>
          </a:xfrm>
          <a:prstGeom prst="rect">
            <a:avLst/>
          </a:prstGeom>
        </p:spPr>
      </p:pic>
      <p:pic>
        <p:nvPicPr>
          <p:cNvPr id="95" name="図 94" descr="カラーコーン・ロードコーンのイラスト">
            <a:extLst>
              <a:ext uri="{FF2B5EF4-FFF2-40B4-BE49-F238E27FC236}">
                <a16:creationId xmlns:a16="http://schemas.microsoft.com/office/drawing/2014/main" id="{F513D4E4-4633-367B-A39B-B2FEF9036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446" y="4372046"/>
            <a:ext cx="287983" cy="287983"/>
          </a:xfrm>
          <a:prstGeom prst="rect">
            <a:avLst/>
          </a:prstGeom>
        </p:spPr>
      </p:pic>
      <p:pic>
        <p:nvPicPr>
          <p:cNvPr id="96" name="図 95" descr="カラーコーン・ロードコーンのイラスト">
            <a:extLst>
              <a:ext uri="{FF2B5EF4-FFF2-40B4-BE49-F238E27FC236}">
                <a16:creationId xmlns:a16="http://schemas.microsoft.com/office/drawing/2014/main" id="{74211E33-419D-23D6-051F-5BC97B8BC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770" y="5073595"/>
            <a:ext cx="287983" cy="287983"/>
          </a:xfrm>
          <a:prstGeom prst="rect">
            <a:avLst/>
          </a:prstGeom>
        </p:spPr>
      </p:pic>
      <p:pic>
        <p:nvPicPr>
          <p:cNvPr id="97" name="図 96">
            <a:extLst>
              <a:ext uri="{FF2B5EF4-FFF2-40B4-BE49-F238E27FC236}">
                <a16:creationId xmlns:a16="http://schemas.microsoft.com/office/drawing/2014/main" id="{FD58163D-6BE5-E8DC-D052-DDC2C1981D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423258" y="3197998"/>
            <a:ext cx="818863" cy="549548"/>
          </a:xfrm>
          <a:prstGeom prst="rect">
            <a:avLst/>
          </a:prstGeom>
        </p:spPr>
      </p:pic>
      <p:pic>
        <p:nvPicPr>
          <p:cNvPr id="98" name="図 97">
            <a:extLst>
              <a:ext uri="{FF2B5EF4-FFF2-40B4-BE49-F238E27FC236}">
                <a16:creationId xmlns:a16="http://schemas.microsoft.com/office/drawing/2014/main" id="{4BBA31CC-AC7D-D87E-5E04-E982E1F688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2899" y="3204624"/>
            <a:ext cx="864096" cy="630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864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B7EC86-D8B0-3BC1-257F-E9E19D184765}"/>
              </a:ext>
            </a:extLst>
          </p:cNvPr>
          <p:cNvSpPr/>
          <p:nvPr/>
        </p:nvSpPr>
        <p:spPr>
          <a:xfrm>
            <a:off x="1573779" y="371098"/>
            <a:ext cx="287981" cy="164719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10F34FB-B821-C43B-09F2-230804F30D3B}"/>
              </a:ext>
            </a:extLst>
          </p:cNvPr>
          <p:cNvSpPr/>
          <p:nvPr/>
        </p:nvSpPr>
        <p:spPr>
          <a:xfrm>
            <a:off x="2293870" y="371098"/>
            <a:ext cx="287981" cy="164719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E4A3871-AD67-E1DB-AE28-7949C90D88F3}"/>
              </a:ext>
            </a:extLst>
          </p:cNvPr>
          <p:cNvSpPr/>
          <p:nvPr/>
        </p:nvSpPr>
        <p:spPr>
          <a:xfrm>
            <a:off x="3013961" y="371098"/>
            <a:ext cx="287981" cy="164719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702FF71-1F71-18E4-0BAF-DCE67FB233EF}"/>
              </a:ext>
            </a:extLst>
          </p:cNvPr>
          <p:cNvSpPr/>
          <p:nvPr/>
        </p:nvSpPr>
        <p:spPr>
          <a:xfrm>
            <a:off x="3734052" y="371098"/>
            <a:ext cx="287981" cy="164719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6771DF3-3940-7194-C5A3-9B54D40A1032}"/>
              </a:ext>
            </a:extLst>
          </p:cNvPr>
          <p:cNvSpPr/>
          <p:nvPr/>
        </p:nvSpPr>
        <p:spPr>
          <a:xfrm rot="16200000">
            <a:off x="2617969" y="-673093"/>
            <a:ext cx="287981" cy="280840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B8C4398-4053-977B-F687-397EDD53FD57}"/>
              </a:ext>
            </a:extLst>
          </p:cNvPr>
          <p:cNvSpPr/>
          <p:nvPr/>
        </p:nvSpPr>
        <p:spPr>
          <a:xfrm rot="16200000">
            <a:off x="2618080" y="46884"/>
            <a:ext cx="287751" cy="280840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6578C5F5-4ED9-0D79-517F-6724DCF1DBFD}"/>
              </a:ext>
            </a:extLst>
          </p:cNvPr>
          <p:cNvCxnSpPr>
            <a:cxnSpLocks/>
            <a:stCxn id="2" idx="0"/>
            <a:endCxn id="2" idx="2"/>
          </p:cNvCxnSpPr>
          <p:nvPr/>
        </p:nvCxnSpPr>
        <p:spPr>
          <a:xfrm>
            <a:off x="1717770" y="371098"/>
            <a:ext cx="0" cy="1647194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8CDB0417-B0F9-3E67-547F-129DC861D4AC}"/>
              </a:ext>
            </a:extLst>
          </p:cNvPr>
          <p:cNvCxnSpPr>
            <a:cxnSpLocks/>
            <a:endCxn id="3" idx="2"/>
          </p:cNvCxnSpPr>
          <p:nvPr/>
        </p:nvCxnSpPr>
        <p:spPr>
          <a:xfrm flipH="1">
            <a:off x="2437861" y="380099"/>
            <a:ext cx="2444" cy="1638193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FB3D01B1-846F-5EBE-1151-02EE7A06AB72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3154463" y="371097"/>
            <a:ext cx="3489" cy="1647195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2773CEB-D581-A085-BAEE-3546F8901FE2}"/>
              </a:ext>
            </a:extLst>
          </p:cNvPr>
          <p:cNvCxnSpPr>
            <a:cxnSpLocks/>
          </p:cNvCxnSpPr>
          <p:nvPr/>
        </p:nvCxnSpPr>
        <p:spPr>
          <a:xfrm flipH="1">
            <a:off x="6045702" y="611138"/>
            <a:ext cx="1" cy="4630854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DA59849-C3A9-F72F-9C32-8D5B6D863E1B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1357756" y="731111"/>
            <a:ext cx="2808405" cy="0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2088A648-7FA6-B908-F355-507AE6BAE751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1357754" y="1451084"/>
            <a:ext cx="2808403" cy="117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73DCD3DE-4A7E-FAF2-1625-C41824EB1029}"/>
              </a:ext>
            </a:extLst>
          </p:cNvPr>
          <p:cNvSpPr/>
          <p:nvPr/>
        </p:nvSpPr>
        <p:spPr>
          <a:xfrm>
            <a:off x="1573779" y="587116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CCD3166-9236-B455-FA1E-2A712D40A8D4}"/>
              </a:ext>
            </a:extLst>
          </p:cNvPr>
          <p:cNvSpPr/>
          <p:nvPr/>
        </p:nvSpPr>
        <p:spPr>
          <a:xfrm>
            <a:off x="2293867" y="587116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22B302B7-D2A1-CF6D-3C4C-773938C6F06D}"/>
              </a:ext>
            </a:extLst>
          </p:cNvPr>
          <p:cNvSpPr/>
          <p:nvPr/>
        </p:nvSpPr>
        <p:spPr>
          <a:xfrm>
            <a:off x="3017754" y="587116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13CAD7B-1499-8A08-10F9-7AC27BE338FA}"/>
              </a:ext>
            </a:extLst>
          </p:cNvPr>
          <p:cNvSpPr/>
          <p:nvPr/>
        </p:nvSpPr>
        <p:spPr>
          <a:xfrm>
            <a:off x="1573779" y="1298262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006E6400-0648-ECAB-C27C-7826E520B9DB}"/>
              </a:ext>
            </a:extLst>
          </p:cNvPr>
          <p:cNvSpPr/>
          <p:nvPr/>
        </p:nvSpPr>
        <p:spPr>
          <a:xfrm>
            <a:off x="2293867" y="1298262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90284C56-4843-3C8D-C69C-9068CF87D8AE}"/>
              </a:ext>
            </a:extLst>
          </p:cNvPr>
          <p:cNvSpPr/>
          <p:nvPr/>
        </p:nvSpPr>
        <p:spPr>
          <a:xfrm>
            <a:off x="3017754" y="1298262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2" name="図 61" descr="カラーコーン・ロードコーンのイラスト">
            <a:extLst>
              <a:ext uri="{FF2B5EF4-FFF2-40B4-BE49-F238E27FC236}">
                <a16:creationId xmlns:a16="http://schemas.microsoft.com/office/drawing/2014/main" id="{8B5BA92D-6E44-952A-6E9B-46C9011F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64" y="884184"/>
            <a:ext cx="287983" cy="287983"/>
          </a:xfrm>
          <a:prstGeom prst="rect">
            <a:avLst/>
          </a:prstGeom>
        </p:spPr>
      </p:pic>
      <p:pic>
        <p:nvPicPr>
          <p:cNvPr id="63" name="図 62" descr="カラーコーン・ロードコーンのイラスト">
            <a:extLst>
              <a:ext uri="{FF2B5EF4-FFF2-40B4-BE49-F238E27FC236}">
                <a16:creationId xmlns:a16="http://schemas.microsoft.com/office/drawing/2014/main" id="{C3D79681-4FE3-088C-F663-C376072C5A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9755" y="578038"/>
            <a:ext cx="287983" cy="287983"/>
          </a:xfrm>
          <a:prstGeom prst="rect">
            <a:avLst/>
          </a:prstGeom>
        </p:spPr>
      </p:pic>
      <p:pic>
        <p:nvPicPr>
          <p:cNvPr id="64" name="図 63" descr="カラーコーン・ロードコーンのイラスト">
            <a:extLst>
              <a:ext uri="{FF2B5EF4-FFF2-40B4-BE49-F238E27FC236}">
                <a16:creationId xmlns:a16="http://schemas.microsoft.com/office/drawing/2014/main" id="{25340FA2-01B1-4DE0-EDDA-F2E22FA07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314" y="1652173"/>
            <a:ext cx="287983" cy="287983"/>
          </a:xfrm>
          <a:prstGeom prst="rect">
            <a:avLst/>
          </a:prstGeom>
        </p:spPr>
      </p:pic>
      <p:pic>
        <p:nvPicPr>
          <p:cNvPr id="68" name="図 67" descr="カラーコーン・ロードコーンのイラスト">
            <a:extLst>
              <a:ext uri="{FF2B5EF4-FFF2-40B4-BE49-F238E27FC236}">
                <a16:creationId xmlns:a16="http://schemas.microsoft.com/office/drawing/2014/main" id="{9FA7B7E0-CF9A-B2B7-6BBD-1A31E0C05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734" y="1642036"/>
            <a:ext cx="287983" cy="287983"/>
          </a:xfrm>
          <a:prstGeom prst="rect">
            <a:avLst/>
          </a:prstGeom>
        </p:spPr>
      </p:pic>
      <p:pic>
        <p:nvPicPr>
          <p:cNvPr id="73" name="図 72" descr="カラーコーン・ロードコーンのイラスト">
            <a:extLst>
              <a:ext uri="{FF2B5EF4-FFF2-40B4-BE49-F238E27FC236}">
                <a16:creationId xmlns:a16="http://schemas.microsoft.com/office/drawing/2014/main" id="{8374B121-2874-78BD-272F-3ECFBAFDA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23" y="1271229"/>
            <a:ext cx="287983" cy="287983"/>
          </a:xfrm>
          <a:prstGeom prst="rect">
            <a:avLst/>
          </a:prstGeom>
        </p:spPr>
      </p:pic>
      <p:pic>
        <p:nvPicPr>
          <p:cNvPr id="79" name="図 78" descr="カラーコーン・ロードコーンのイラスト">
            <a:extLst>
              <a:ext uri="{FF2B5EF4-FFF2-40B4-BE49-F238E27FC236}">
                <a16:creationId xmlns:a16="http://schemas.microsoft.com/office/drawing/2014/main" id="{6292C4CD-7C5A-B21F-C6C3-C94DD9F17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678" y="1304339"/>
            <a:ext cx="287983" cy="287983"/>
          </a:xfrm>
          <a:prstGeom prst="rect">
            <a:avLst/>
          </a:prstGeom>
        </p:spPr>
      </p:pic>
      <p:pic>
        <p:nvPicPr>
          <p:cNvPr id="80" name="図 79" descr="カラーコーン・ロードコーンのイラスト">
            <a:extLst>
              <a:ext uri="{FF2B5EF4-FFF2-40B4-BE49-F238E27FC236}">
                <a16:creationId xmlns:a16="http://schemas.microsoft.com/office/drawing/2014/main" id="{4EC9028E-60EB-07A0-A159-2422AFCF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63" y="1639278"/>
            <a:ext cx="287983" cy="287983"/>
          </a:xfrm>
          <a:prstGeom prst="rect">
            <a:avLst/>
          </a:prstGeom>
        </p:spPr>
      </p:pic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87235F4D-720E-6280-BF0E-2FDE3932391D}"/>
              </a:ext>
            </a:extLst>
          </p:cNvPr>
          <p:cNvCxnSpPr/>
          <p:nvPr/>
        </p:nvCxnSpPr>
        <p:spPr>
          <a:xfrm>
            <a:off x="1501822" y="551139"/>
            <a:ext cx="11488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2C78AF00-4322-6781-7981-633D64448881}"/>
              </a:ext>
            </a:extLst>
          </p:cNvPr>
          <p:cNvCxnSpPr>
            <a:cxnSpLocks/>
          </p:cNvCxnSpPr>
          <p:nvPr/>
        </p:nvCxnSpPr>
        <p:spPr>
          <a:xfrm>
            <a:off x="2650678" y="551139"/>
            <a:ext cx="0" cy="10956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直線コネクタ 85">
            <a:extLst>
              <a:ext uri="{FF2B5EF4-FFF2-40B4-BE49-F238E27FC236}">
                <a16:creationId xmlns:a16="http://schemas.microsoft.com/office/drawing/2014/main" id="{9624F539-3862-CD63-7A0C-86983C76B639}"/>
              </a:ext>
            </a:extLst>
          </p:cNvPr>
          <p:cNvCxnSpPr>
            <a:cxnSpLocks/>
          </p:cNvCxnSpPr>
          <p:nvPr/>
        </p:nvCxnSpPr>
        <p:spPr>
          <a:xfrm>
            <a:off x="1501822" y="1644529"/>
            <a:ext cx="11488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直線コネクタ 89">
            <a:extLst>
              <a:ext uri="{FF2B5EF4-FFF2-40B4-BE49-F238E27FC236}">
                <a16:creationId xmlns:a16="http://schemas.microsoft.com/office/drawing/2014/main" id="{DC2537EC-4DB0-7B27-C5C0-6A8192D00E37}"/>
              </a:ext>
            </a:extLst>
          </p:cNvPr>
          <p:cNvCxnSpPr>
            <a:cxnSpLocks/>
          </p:cNvCxnSpPr>
          <p:nvPr/>
        </p:nvCxnSpPr>
        <p:spPr>
          <a:xfrm>
            <a:off x="1501822" y="1271229"/>
            <a:ext cx="0" cy="3809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線コネクタ 91">
            <a:extLst>
              <a:ext uri="{FF2B5EF4-FFF2-40B4-BE49-F238E27FC236}">
                <a16:creationId xmlns:a16="http://schemas.microsoft.com/office/drawing/2014/main" id="{61307CD7-935E-FB30-207A-3110147F9767}"/>
              </a:ext>
            </a:extLst>
          </p:cNvPr>
          <p:cNvCxnSpPr>
            <a:cxnSpLocks/>
          </p:cNvCxnSpPr>
          <p:nvPr/>
        </p:nvCxnSpPr>
        <p:spPr>
          <a:xfrm>
            <a:off x="1501822" y="1271229"/>
            <a:ext cx="77549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直線コネクタ 93">
            <a:extLst>
              <a:ext uri="{FF2B5EF4-FFF2-40B4-BE49-F238E27FC236}">
                <a16:creationId xmlns:a16="http://schemas.microsoft.com/office/drawing/2014/main" id="{764C3D14-55B3-B137-2623-56F2A418B591}"/>
              </a:ext>
            </a:extLst>
          </p:cNvPr>
          <p:cNvCxnSpPr>
            <a:cxnSpLocks/>
          </p:cNvCxnSpPr>
          <p:nvPr/>
        </p:nvCxnSpPr>
        <p:spPr>
          <a:xfrm>
            <a:off x="1493278" y="902702"/>
            <a:ext cx="77549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直線コネクタ 94">
            <a:extLst>
              <a:ext uri="{FF2B5EF4-FFF2-40B4-BE49-F238E27FC236}">
                <a16:creationId xmlns:a16="http://schemas.microsoft.com/office/drawing/2014/main" id="{11E16573-1C00-9F19-31DD-EDCF31E25028}"/>
              </a:ext>
            </a:extLst>
          </p:cNvPr>
          <p:cNvCxnSpPr>
            <a:cxnSpLocks/>
          </p:cNvCxnSpPr>
          <p:nvPr/>
        </p:nvCxnSpPr>
        <p:spPr>
          <a:xfrm>
            <a:off x="1501822" y="551139"/>
            <a:ext cx="0" cy="3613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直線コネクタ 95">
            <a:extLst>
              <a:ext uri="{FF2B5EF4-FFF2-40B4-BE49-F238E27FC236}">
                <a16:creationId xmlns:a16="http://schemas.microsoft.com/office/drawing/2014/main" id="{E5ED80E3-DC4C-41ED-DD52-DD9FFFCD3BB2}"/>
              </a:ext>
            </a:extLst>
          </p:cNvPr>
          <p:cNvCxnSpPr>
            <a:cxnSpLocks/>
          </p:cNvCxnSpPr>
          <p:nvPr/>
        </p:nvCxnSpPr>
        <p:spPr>
          <a:xfrm>
            <a:off x="2277314" y="890285"/>
            <a:ext cx="0" cy="3809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7" name="図 96" descr="カラーコーン・ロードコーンのイラスト">
            <a:extLst>
              <a:ext uri="{FF2B5EF4-FFF2-40B4-BE49-F238E27FC236}">
                <a16:creationId xmlns:a16="http://schemas.microsoft.com/office/drawing/2014/main" id="{12733260-7BD3-EDFD-1655-6F22C8F8D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26" y="942647"/>
            <a:ext cx="287983" cy="287983"/>
          </a:xfrm>
          <a:prstGeom prst="rect">
            <a:avLst/>
          </a:prstGeom>
        </p:spPr>
      </p:pic>
      <p:cxnSp>
        <p:nvCxnSpPr>
          <p:cNvPr id="100" name="直線コネクタ 99">
            <a:extLst>
              <a:ext uri="{FF2B5EF4-FFF2-40B4-BE49-F238E27FC236}">
                <a16:creationId xmlns:a16="http://schemas.microsoft.com/office/drawing/2014/main" id="{12C33589-A7BD-FB40-34DB-518F3387EF45}"/>
              </a:ext>
            </a:extLst>
          </p:cNvPr>
          <p:cNvCxnSpPr>
            <a:cxnSpLocks/>
          </p:cNvCxnSpPr>
          <p:nvPr/>
        </p:nvCxnSpPr>
        <p:spPr>
          <a:xfrm>
            <a:off x="4072441" y="541348"/>
            <a:ext cx="0" cy="3613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線コネクタ 101">
            <a:extLst>
              <a:ext uri="{FF2B5EF4-FFF2-40B4-BE49-F238E27FC236}">
                <a16:creationId xmlns:a16="http://schemas.microsoft.com/office/drawing/2014/main" id="{939B0C0B-3B06-59C3-B338-388946F616CE}"/>
              </a:ext>
            </a:extLst>
          </p:cNvPr>
          <p:cNvCxnSpPr>
            <a:cxnSpLocks/>
          </p:cNvCxnSpPr>
          <p:nvPr/>
        </p:nvCxnSpPr>
        <p:spPr>
          <a:xfrm>
            <a:off x="3305735" y="884184"/>
            <a:ext cx="0" cy="7484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コネクタ 104">
            <a:extLst>
              <a:ext uri="{FF2B5EF4-FFF2-40B4-BE49-F238E27FC236}">
                <a16:creationId xmlns:a16="http://schemas.microsoft.com/office/drawing/2014/main" id="{6B9428EF-FCD6-9F70-5670-1D0E84F293E8}"/>
              </a:ext>
            </a:extLst>
          </p:cNvPr>
          <p:cNvCxnSpPr>
            <a:cxnSpLocks/>
          </p:cNvCxnSpPr>
          <p:nvPr/>
        </p:nvCxnSpPr>
        <p:spPr>
          <a:xfrm>
            <a:off x="2986122" y="551139"/>
            <a:ext cx="0" cy="10956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線コネクタ 115">
            <a:extLst>
              <a:ext uri="{FF2B5EF4-FFF2-40B4-BE49-F238E27FC236}">
                <a16:creationId xmlns:a16="http://schemas.microsoft.com/office/drawing/2014/main" id="{65A20B9A-FAEA-4B0A-0916-685799512B83}"/>
              </a:ext>
            </a:extLst>
          </p:cNvPr>
          <p:cNvCxnSpPr>
            <a:cxnSpLocks/>
          </p:cNvCxnSpPr>
          <p:nvPr/>
        </p:nvCxnSpPr>
        <p:spPr>
          <a:xfrm>
            <a:off x="2984151" y="1640674"/>
            <a:ext cx="32158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8" name="図 117" descr="カラーコーン・ロードコーンのイラスト">
            <a:extLst>
              <a:ext uri="{FF2B5EF4-FFF2-40B4-BE49-F238E27FC236}">
                <a16:creationId xmlns:a16="http://schemas.microsoft.com/office/drawing/2014/main" id="{B8D5554F-C1D1-99B8-5A01-FE26F31E3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2212" y="1659901"/>
            <a:ext cx="287983" cy="287983"/>
          </a:xfrm>
          <a:prstGeom prst="rect">
            <a:avLst/>
          </a:prstGeom>
        </p:spPr>
      </p:pic>
      <p:sp>
        <p:nvSpPr>
          <p:cNvPr id="120" name="正方形/長方形 119">
            <a:extLst>
              <a:ext uri="{FF2B5EF4-FFF2-40B4-BE49-F238E27FC236}">
                <a16:creationId xmlns:a16="http://schemas.microsoft.com/office/drawing/2014/main" id="{8383D71A-4375-2D0F-B352-A17D6635B473}"/>
              </a:ext>
            </a:extLst>
          </p:cNvPr>
          <p:cNvSpPr/>
          <p:nvPr/>
        </p:nvSpPr>
        <p:spPr>
          <a:xfrm>
            <a:off x="3685313" y="1279441"/>
            <a:ext cx="387128" cy="3727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31" name="直線コネクタ 130">
            <a:extLst>
              <a:ext uri="{FF2B5EF4-FFF2-40B4-BE49-F238E27FC236}">
                <a16:creationId xmlns:a16="http://schemas.microsoft.com/office/drawing/2014/main" id="{D6B670A8-50E4-8B89-6E04-ACA9CA8D2A77}"/>
              </a:ext>
            </a:extLst>
          </p:cNvPr>
          <p:cNvCxnSpPr>
            <a:cxnSpLocks/>
          </p:cNvCxnSpPr>
          <p:nvPr/>
        </p:nvCxnSpPr>
        <p:spPr>
          <a:xfrm>
            <a:off x="3419205" y="319117"/>
            <a:ext cx="3489" cy="1647195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直線コネクタ 97">
            <a:extLst>
              <a:ext uri="{FF2B5EF4-FFF2-40B4-BE49-F238E27FC236}">
                <a16:creationId xmlns:a16="http://schemas.microsoft.com/office/drawing/2014/main" id="{96419A28-4EA3-568B-BA6D-5175EC905311}"/>
              </a:ext>
            </a:extLst>
          </p:cNvPr>
          <p:cNvCxnSpPr>
            <a:cxnSpLocks/>
          </p:cNvCxnSpPr>
          <p:nvPr/>
        </p:nvCxnSpPr>
        <p:spPr>
          <a:xfrm>
            <a:off x="2981409" y="549032"/>
            <a:ext cx="10910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直線コネクタ 100">
            <a:extLst>
              <a:ext uri="{FF2B5EF4-FFF2-40B4-BE49-F238E27FC236}">
                <a16:creationId xmlns:a16="http://schemas.microsoft.com/office/drawing/2014/main" id="{5711798A-1446-26A9-188F-69BB58DF6BCC}"/>
              </a:ext>
            </a:extLst>
          </p:cNvPr>
          <p:cNvCxnSpPr>
            <a:cxnSpLocks/>
          </p:cNvCxnSpPr>
          <p:nvPr/>
        </p:nvCxnSpPr>
        <p:spPr>
          <a:xfrm>
            <a:off x="3298156" y="893834"/>
            <a:ext cx="77428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E1267B6-E441-3CAE-1444-11A1A0B1E46D}"/>
              </a:ext>
            </a:extLst>
          </p:cNvPr>
          <p:cNvSpPr/>
          <p:nvPr/>
        </p:nvSpPr>
        <p:spPr>
          <a:xfrm>
            <a:off x="3737842" y="587116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AAD5B070-B4A4-429E-1DDB-849A4A5C6E31}"/>
              </a:ext>
            </a:extLst>
          </p:cNvPr>
          <p:cNvSpPr/>
          <p:nvPr/>
        </p:nvSpPr>
        <p:spPr>
          <a:xfrm>
            <a:off x="3737842" y="1298262"/>
            <a:ext cx="280404" cy="287983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テキスト ボックス 161">
            <a:extLst>
              <a:ext uri="{FF2B5EF4-FFF2-40B4-BE49-F238E27FC236}">
                <a16:creationId xmlns:a16="http://schemas.microsoft.com/office/drawing/2014/main" id="{91E9719D-C751-9A6A-F3D4-79A945AFFD6E}"/>
              </a:ext>
            </a:extLst>
          </p:cNvPr>
          <p:cNvSpPr txBox="1"/>
          <p:nvPr/>
        </p:nvSpPr>
        <p:spPr>
          <a:xfrm>
            <a:off x="273835" y="44624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(a)</a:t>
            </a:r>
            <a:endParaRPr kumimoji="1" lang="ja-JP" altLang="en-US"/>
          </a:p>
        </p:txBody>
      </p:sp>
      <p:sp>
        <p:nvSpPr>
          <p:cNvPr id="186" name="テキスト ボックス 185">
            <a:extLst>
              <a:ext uri="{FF2B5EF4-FFF2-40B4-BE49-F238E27FC236}">
                <a16:creationId xmlns:a16="http://schemas.microsoft.com/office/drawing/2014/main" id="{1611D2A6-022C-114A-89AB-4E5A08F65F83}"/>
              </a:ext>
            </a:extLst>
          </p:cNvPr>
          <p:cNvSpPr txBox="1"/>
          <p:nvPr/>
        </p:nvSpPr>
        <p:spPr>
          <a:xfrm>
            <a:off x="349212" y="2127326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(b)</a:t>
            </a:r>
            <a:endParaRPr kumimoji="1" lang="ja-JP" altLang="en-US"/>
          </a:p>
        </p:txBody>
      </p:sp>
      <p:cxnSp>
        <p:nvCxnSpPr>
          <p:cNvPr id="163" name="直線コネクタ 162">
            <a:extLst>
              <a:ext uri="{FF2B5EF4-FFF2-40B4-BE49-F238E27FC236}">
                <a16:creationId xmlns:a16="http://schemas.microsoft.com/office/drawing/2014/main" id="{26479962-2145-CEE9-A2CB-1A329259AE24}"/>
              </a:ext>
            </a:extLst>
          </p:cNvPr>
          <p:cNvCxnSpPr>
            <a:cxnSpLocks/>
          </p:cNvCxnSpPr>
          <p:nvPr/>
        </p:nvCxnSpPr>
        <p:spPr>
          <a:xfrm>
            <a:off x="1573610" y="2971147"/>
            <a:ext cx="2885445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楕円 7">
            <a:extLst>
              <a:ext uri="{FF2B5EF4-FFF2-40B4-BE49-F238E27FC236}">
                <a16:creationId xmlns:a16="http://schemas.microsoft.com/office/drawing/2014/main" id="{A2D1C3A4-3B2F-DEF8-9ECA-560C1DA84C52}"/>
              </a:ext>
            </a:extLst>
          </p:cNvPr>
          <p:cNvSpPr/>
          <p:nvPr/>
        </p:nvSpPr>
        <p:spPr>
          <a:xfrm>
            <a:off x="1437424" y="2827131"/>
            <a:ext cx="288032" cy="28803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楕円 8">
            <a:extLst>
              <a:ext uri="{FF2B5EF4-FFF2-40B4-BE49-F238E27FC236}">
                <a16:creationId xmlns:a16="http://schemas.microsoft.com/office/drawing/2014/main" id="{396D3CEC-6BC4-CC4E-946B-C87DD544D4F1}"/>
              </a:ext>
            </a:extLst>
          </p:cNvPr>
          <p:cNvSpPr/>
          <p:nvPr/>
        </p:nvSpPr>
        <p:spPr>
          <a:xfrm>
            <a:off x="2150550" y="2827131"/>
            <a:ext cx="288032" cy="28803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楕円 9">
            <a:extLst>
              <a:ext uri="{FF2B5EF4-FFF2-40B4-BE49-F238E27FC236}">
                <a16:creationId xmlns:a16="http://schemas.microsoft.com/office/drawing/2014/main" id="{95EF77EA-C50D-6917-ACDB-FAF6FC4BA452}"/>
              </a:ext>
            </a:extLst>
          </p:cNvPr>
          <p:cNvSpPr/>
          <p:nvPr/>
        </p:nvSpPr>
        <p:spPr>
          <a:xfrm>
            <a:off x="2866431" y="2827131"/>
            <a:ext cx="288032" cy="28803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7" name="楕円 10">
            <a:extLst>
              <a:ext uri="{FF2B5EF4-FFF2-40B4-BE49-F238E27FC236}">
                <a16:creationId xmlns:a16="http://schemas.microsoft.com/office/drawing/2014/main" id="{3B13D841-3C8E-14A0-F34F-B1AA60F48FD7}"/>
              </a:ext>
            </a:extLst>
          </p:cNvPr>
          <p:cNvSpPr/>
          <p:nvPr/>
        </p:nvSpPr>
        <p:spPr>
          <a:xfrm>
            <a:off x="3582312" y="2827131"/>
            <a:ext cx="288032" cy="28803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8" name="楕円 11">
            <a:extLst>
              <a:ext uri="{FF2B5EF4-FFF2-40B4-BE49-F238E27FC236}">
                <a16:creationId xmlns:a16="http://schemas.microsoft.com/office/drawing/2014/main" id="{67F50F60-3EF8-9443-E048-9E3B15978023}"/>
              </a:ext>
            </a:extLst>
          </p:cNvPr>
          <p:cNvSpPr/>
          <p:nvPr/>
        </p:nvSpPr>
        <p:spPr>
          <a:xfrm>
            <a:off x="4327935" y="2827131"/>
            <a:ext cx="288032" cy="28803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00DF79FC-EC49-91B2-C726-63AC721BFCDA}"/>
                  </a:ext>
                </a:extLst>
              </p:cNvPr>
              <p:cNvSpPr txBox="1"/>
              <p:nvPr/>
            </p:nvSpPr>
            <p:spPr>
              <a:xfrm>
                <a:off x="368663" y="2832648"/>
                <a:ext cx="697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87" name="テキスト ボックス 186">
                <a:extLst>
                  <a:ext uri="{FF2B5EF4-FFF2-40B4-BE49-F238E27FC236}">
                    <a16:creationId xmlns:a16="http://schemas.microsoft.com/office/drawing/2014/main" id="{00DF79FC-EC49-91B2-C726-63AC721BF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63" y="2832648"/>
                <a:ext cx="697948" cy="276999"/>
              </a:xfrm>
              <a:prstGeom prst="rect">
                <a:avLst/>
              </a:prstGeom>
              <a:blipFill>
                <a:blip r:embed="rId3"/>
                <a:stretch>
                  <a:fillRect l="-7143" b="-272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コネクタ 170">
            <a:extLst>
              <a:ext uri="{FF2B5EF4-FFF2-40B4-BE49-F238E27FC236}">
                <a16:creationId xmlns:a16="http://schemas.microsoft.com/office/drawing/2014/main" id="{9BF99485-DBB7-6AD8-919D-E5B4F678CAD8}"/>
              </a:ext>
            </a:extLst>
          </p:cNvPr>
          <p:cNvCxnSpPr>
            <a:cxnSpLocks/>
          </p:cNvCxnSpPr>
          <p:nvPr/>
        </p:nvCxnSpPr>
        <p:spPr>
          <a:xfrm>
            <a:off x="1601116" y="3749222"/>
            <a:ext cx="2885445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楕円 7">
            <a:extLst>
              <a:ext uri="{FF2B5EF4-FFF2-40B4-BE49-F238E27FC236}">
                <a16:creationId xmlns:a16="http://schemas.microsoft.com/office/drawing/2014/main" id="{F6CE1240-CD98-6EF4-B2FD-6ECFEACBD689}"/>
              </a:ext>
            </a:extLst>
          </p:cNvPr>
          <p:cNvSpPr/>
          <p:nvPr/>
        </p:nvSpPr>
        <p:spPr>
          <a:xfrm>
            <a:off x="1215899" y="3383681"/>
            <a:ext cx="731082" cy="73108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2" name="楕円 7">
            <a:extLst>
              <a:ext uri="{FF2B5EF4-FFF2-40B4-BE49-F238E27FC236}">
                <a16:creationId xmlns:a16="http://schemas.microsoft.com/office/drawing/2014/main" id="{C0B0CE24-A975-9E7E-E23D-8BD0C34F92F1}"/>
              </a:ext>
            </a:extLst>
          </p:cNvPr>
          <p:cNvSpPr/>
          <p:nvPr/>
        </p:nvSpPr>
        <p:spPr>
          <a:xfrm>
            <a:off x="1928148" y="3383681"/>
            <a:ext cx="731082" cy="73108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楕円 7">
            <a:extLst>
              <a:ext uri="{FF2B5EF4-FFF2-40B4-BE49-F238E27FC236}">
                <a16:creationId xmlns:a16="http://schemas.microsoft.com/office/drawing/2014/main" id="{4AED36D9-392A-0E42-E59D-C1321680F0B6}"/>
              </a:ext>
            </a:extLst>
          </p:cNvPr>
          <p:cNvSpPr/>
          <p:nvPr/>
        </p:nvSpPr>
        <p:spPr>
          <a:xfrm>
            <a:off x="2666580" y="3383681"/>
            <a:ext cx="731082" cy="73108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4" name="楕円 7">
            <a:extLst>
              <a:ext uri="{FF2B5EF4-FFF2-40B4-BE49-F238E27FC236}">
                <a16:creationId xmlns:a16="http://schemas.microsoft.com/office/drawing/2014/main" id="{0F1C8E9F-A840-073C-255C-419179AD7073}"/>
              </a:ext>
            </a:extLst>
          </p:cNvPr>
          <p:cNvSpPr/>
          <p:nvPr/>
        </p:nvSpPr>
        <p:spPr>
          <a:xfrm>
            <a:off x="3406398" y="3383681"/>
            <a:ext cx="731082" cy="73108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5" name="楕円 7">
            <a:extLst>
              <a:ext uri="{FF2B5EF4-FFF2-40B4-BE49-F238E27FC236}">
                <a16:creationId xmlns:a16="http://schemas.microsoft.com/office/drawing/2014/main" id="{75B494B7-863C-8364-B515-87447C07A1AA}"/>
              </a:ext>
            </a:extLst>
          </p:cNvPr>
          <p:cNvSpPr/>
          <p:nvPr/>
        </p:nvSpPr>
        <p:spPr>
          <a:xfrm>
            <a:off x="4106410" y="3383681"/>
            <a:ext cx="731082" cy="731082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AB05AE75-4368-7154-D663-2AEBFB2C6EDC}"/>
                  </a:ext>
                </a:extLst>
              </p:cNvPr>
              <p:cNvSpPr txBox="1"/>
              <p:nvPr/>
            </p:nvSpPr>
            <p:spPr>
              <a:xfrm>
                <a:off x="368663" y="3610723"/>
                <a:ext cx="69794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88" name="テキスト ボックス 187">
                <a:extLst>
                  <a:ext uri="{FF2B5EF4-FFF2-40B4-BE49-F238E27FC236}">
                    <a16:creationId xmlns:a16="http://schemas.microsoft.com/office/drawing/2014/main" id="{AB05AE75-4368-7154-D663-2AEBFB2C6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63" y="3610723"/>
                <a:ext cx="697948" cy="276999"/>
              </a:xfrm>
              <a:prstGeom prst="rect">
                <a:avLst/>
              </a:prstGeom>
              <a:blipFill>
                <a:blip r:embed="rId4"/>
                <a:stretch>
                  <a:fillRect l="-7143" b="-2173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6" name="直線コネクタ 175">
            <a:extLst>
              <a:ext uri="{FF2B5EF4-FFF2-40B4-BE49-F238E27FC236}">
                <a16:creationId xmlns:a16="http://schemas.microsoft.com/office/drawing/2014/main" id="{C94B755F-DD89-737D-316E-D23A7ED051A6}"/>
              </a:ext>
            </a:extLst>
          </p:cNvPr>
          <p:cNvCxnSpPr>
            <a:cxnSpLocks/>
          </p:cNvCxnSpPr>
          <p:nvPr/>
        </p:nvCxnSpPr>
        <p:spPr>
          <a:xfrm>
            <a:off x="1601116" y="4787289"/>
            <a:ext cx="2885445" cy="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楕円 7">
            <a:extLst>
              <a:ext uri="{FF2B5EF4-FFF2-40B4-BE49-F238E27FC236}">
                <a16:creationId xmlns:a16="http://schemas.microsoft.com/office/drawing/2014/main" id="{37C597DC-1D16-BEAC-69D8-FB391107FD67}"/>
              </a:ext>
            </a:extLst>
          </p:cNvPr>
          <p:cNvSpPr/>
          <p:nvPr/>
        </p:nvSpPr>
        <p:spPr>
          <a:xfrm>
            <a:off x="1177433" y="4383282"/>
            <a:ext cx="808014" cy="808014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楕円 7">
            <a:extLst>
              <a:ext uri="{FF2B5EF4-FFF2-40B4-BE49-F238E27FC236}">
                <a16:creationId xmlns:a16="http://schemas.microsoft.com/office/drawing/2014/main" id="{F4448C90-D10E-EA92-B2B5-93BEEDB87A3A}"/>
              </a:ext>
            </a:extLst>
          </p:cNvPr>
          <p:cNvSpPr/>
          <p:nvPr/>
        </p:nvSpPr>
        <p:spPr>
          <a:xfrm>
            <a:off x="1900061" y="4383282"/>
            <a:ext cx="808014" cy="808014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3" name="楕円 7">
            <a:extLst>
              <a:ext uri="{FF2B5EF4-FFF2-40B4-BE49-F238E27FC236}">
                <a16:creationId xmlns:a16="http://schemas.microsoft.com/office/drawing/2014/main" id="{1B35BE67-7F75-2E07-A19B-560B82B3F935}"/>
              </a:ext>
            </a:extLst>
          </p:cNvPr>
          <p:cNvSpPr/>
          <p:nvPr/>
        </p:nvSpPr>
        <p:spPr>
          <a:xfrm>
            <a:off x="2622689" y="4383282"/>
            <a:ext cx="808014" cy="808014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4" name="楕円 7">
            <a:extLst>
              <a:ext uri="{FF2B5EF4-FFF2-40B4-BE49-F238E27FC236}">
                <a16:creationId xmlns:a16="http://schemas.microsoft.com/office/drawing/2014/main" id="{DD9B8D07-0E88-4116-B283-CAE546235E98}"/>
              </a:ext>
            </a:extLst>
          </p:cNvPr>
          <p:cNvSpPr/>
          <p:nvPr/>
        </p:nvSpPr>
        <p:spPr>
          <a:xfrm>
            <a:off x="3345317" y="4383282"/>
            <a:ext cx="808014" cy="808014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5" name="楕円 7">
            <a:extLst>
              <a:ext uri="{FF2B5EF4-FFF2-40B4-BE49-F238E27FC236}">
                <a16:creationId xmlns:a16="http://schemas.microsoft.com/office/drawing/2014/main" id="{67F23434-769E-C830-C88B-7143A1EA00E8}"/>
              </a:ext>
            </a:extLst>
          </p:cNvPr>
          <p:cNvSpPr/>
          <p:nvPr/>
        </p:nvSpPr>
        <p:spPr>
          <a:xfrm>
            <a:off x="4067944" y="4383282"/>
            <a:ext cx="808014" cy="808014"/>
          </a:xfrm>
          <a:prstGeom prst="ellipse">
            <a:avLst/>
          </a:prstGeom>
          <a:solidFill>
            <a:srgbClr val="01189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A28BD30C-2DF6-F8E6-7767-B6D21E082D16}"/>
                  </a:ext>
                </a:extLst>
              </p:cNvPr>
              <p:cNvSpPr txBox="1"/>
              <p:nvPr/>
            </p:nvSpPr>
            <p:spPr>
              <a:xfrm>
                <a:off x="368663" y="4648790"/>
                <a:ext cx="6979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kumimoji="1" lang="ja-JP" altLang="en-US"/>
              </a:p>
            </p:txBody>
          </p:sp>
        </mc:Choice>
        <mc:Fallback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A28BD30C-2DF6-F8E6-7767-B6D21E082D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63" y="4648790"/>
                <a:ext cx="697948" cy="276999"/>
              </a:xfrm>
              <a:prstGeom prst="rect">
                <a:avLst/>
              </a:prstGeom>
              <a:blipFill>
                <a:blip r:embed="rId5"/>
                <a:stretch>
                  <a:fillRect l="-7143" b="-2727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0" name="テキスト ボックス 189">
            <a:extLst>
              <a:ext uri="{FF2B5EF4-FFF2-40B4-BE49-F238E27FC236}">
                <a16:creationId xmlns:a16="http://schemas.microsoft.com/office/drawing/2014/main" id="{E4F581A5-F415-CC4A-169C-46AAF1562055}"/>
              </a:ext>
            </a:extLst>
          </p:cNvPr>
          <p:cNvSpPr txBox="1"/>
          <p:nvPr/>
        </p:nvSpPr>
        <p:spPr>
          <a:xfrm>
            <a:off x="1327080" y="2220557"/>
            <a:ext cx="35221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火事や病気の影響が届く範囲</a:t>
            </a:r>
            <a:r>
              <a:rPr lang="en-US" altLang="ja-JP" sz="1400" dirty="0"/>
              <a:t>(</a:t>
            </a:r>
            <a:r>
              <a:rPr lang="ja-JP" altLang="en-US" sz="1400"/>
              <a:t>クラスター</a:t>
            </a:r>
            <a:r>
              <a:rPr lang="en-US" altLang="ja-JP" sz="1400" dirty="0"/>
              <a:t>)</a:t>
            </a:r>
          </a:p>
        </p:txBody>
      </p:sp>
      <p:cxnSp>
        <p:nvCxnSpPr>
          <p:cNvPr id="192" name="直線矢印コネクタ 191">
            <a:extLst>
              <a:ext uri="{FF2B5EF4-FFF2-40B4-BE49-F238E27FC236}">
                <a16:creationId xmlns:a16="http://schemas.microsoft.com/office/drawing/2014/main" id="{8F1F4895-42A0-5DE8-E0F2-DB6D027C6C76}"/>
              </a:ext>
            </a:extLst>
          </p:cNvPr>
          <p:cNvCxnSpPr>
            <a:endCxn id="164" idx="0"/>
          </p:cNvCxnSpPr>
          <p:nvPr/>
        </p:nvCxnSpPr>
        <p:spPr>
          <a:xfrm flipH="1">
            <a:off x="1581440" y="2496658"/>
            <a:ext cx="144016" cy="3304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テキスト ボックス 192">
            <a:extLst>
              <a:ext uri="{FF2B5EF4-FFF2-40B4-BE49-F238E27FC236}">
                <a16:creationId xmlns:a16="http://schemas.microsoft.com/office/drawing/2014/main" id="{351BE90B-79F2-587F-C4FB-50956ED50A82}"/>
              </a:ext>
            </a:extLst>
          </p:cNvPr>
          <p:cNvSpPr txBox="1"/>
          <p:nvPr/>
        </p:nvSpPr>
        <p:spPr>
          <a:xfrm>
            <a:off x="611618" y="5604431"/>
            <a:ext cx="2492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/>
              <a:t>ここで発生したイベントの影響が</a:t>
            </a:r>
            <a:endParaRPr lang="en-US" altLang="ja-JP" sz="1200" dirty="0"/>
          </a:p>
        </p:txBody>
      </p:sp>
      <p:cxnSp>
        <p:nvCxnSpPr>
          <p:cNvPr id="194" name="コネクタ: カギ線 50">
            <a:extLst>
              <a:ext uri="{FF2B5EF4-FFF2-40B4-BE49-F238E27FC236}">
                <a16:creationId xmlns:a16="http://schemas.microsoft.com/office/drawing/2014/main" id="{35F8258E-EF11-B6D0-E47C-AB33C1337D5A}"/>
              </a:ext>
            </a:extLst>
          </p:cNvPr>
          <p:cNvCxnSpPr>
            <a:cxnSpLocks/>
            <a:stCxn id="193" idx="0"/>
            <a:endCxn id="177" idx="4"/>
          </p:cNvCxnSpPr>
          <p:nvPr/>
        </p:nvCxnSpPr>
        <p:spPr>
          <a:xfrm rot="16200000" flipV="1">
            <a:off x="1513210" y="5259527"/>
            <a:ext cx="413135" cy="27667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テキスト ボックス 197">
            <a:extLst>
              <a:ext uri="{FF2B5EF4-FFF2-40B4-BE49-F238E27FC236}">
                <a16:creationId xmlns:a16="http://schemas.microsoft.com/office/drawing/2014/main" id="{28C5B065-D364-0D8F-FC2F-C63A617DB452}"/>
              </a:ext>
            </a:extLst>
          </p:cNvPr>
          <p:cNvSpPr txBox="1"/>
          <p:nvPr/>
        </p:nvSpPr>
        <p:spPr>
          <a:xfrm>
            <a:off x="3756647" y="5602526"/>
            <a:ext cx="1107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/>
              <a:t>ここまで届く</a:t>
            </a:r>
            <a:endParaRPr lang="en-US" altLang="ja-JP" sz="1200" dirty="0"/>
          </a:p>
        </p:txBody>
      </p:sp>
      <p:cxnSp>
        <p:nvCxnSpPr>
          <p:cNvPr id="199" name="コネクタ: カギ線 50">
            <a:extLst>
              <a:ext uri="{FF2B5EF4-FFF2-40B4-BE49-F238E27FC236}">
                <a16:creationId xmlns:a16="http://schemas.microsoft.com/office/drawing/2014/main" id="{5C9DBF84-4571-ED7E-3FAE-BA7D2B7989D7}"/>
              </a:ext>
            </a:extLst>
          </p:cNvPr>
          <p:cNvCxnSpPr>
            <a:cxnSpLocks/>
            <a:stCxn id="198" idx="0"/>
            <a:endCxn id="185" idx="4"/>
          </p:cNvCxnSpPr>
          <p:nvPr/>
        </p:nvCxnSpPr>
        <p:spPr>
          <a:xfrm rot="5400000" flipH="1" flipV="1">
            <a:off x="4185683" y="5316258"/>
            <a:ext cx="411230" cy="1613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6558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</TotalTime>
  <Words>66</Words>
  <Application>Microsoft Macintosh PowerPoint</Application>
  <PresentationFormat>画面に合わせる (4:3)</PresentationFormat>
  <Paragraphs>26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29</cp:revision>
  <dcterms:created xsi:type="dcterms:W3CDTF">2026-07-04T06:31:55Z</dcterms:created>
  <dcterms:modified xsi:type="dcterms:W3CDTF">2026-07-08T05:58:50Z</dcterms:modified>
</cp:coreProperties>
</file>