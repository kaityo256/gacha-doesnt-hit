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64"/>
    <p:restoredTop sz="94668"/>
  </p:normalViewPr>
  <p:slideViewPr>
    <p:cSldViewPr snapToGrid="0">
      <p:cViewPr varScale="1">
        <p:scale>
          <a:sx n="105" d="100"/>
          <a:sy n="105" d="100"/>
        </p:scale>
        <p:origin x="12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5297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266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3920B1F2-A057-E211-9E1A-349E836D3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222952"/>
              </p:ext>
            </p:extLst>
          </p:nvPr>
        </p:nvGraphicFramePr>
        <p:xfrm>
          <a:off x="1524000" y="1397000"/>
          <a:ext cx="526709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3580">
                  <a:extLst>
                    <a:ext uri="{9D8B030D-6E8A-4147-A177-3AD203B41FA5}">
                      <a16:colId xmlns:a16="http://schemas.microsoft.com/office/drawing/2014/main" val="230049765"/>
                    </a:ext>
                  </a:extLst>
                </a:gridCol>
                <a:gridCol w="1505268">
                  <a:extLst>
                    <a:ext uri="{9D8B030D-6E8A-4147-A177-3AD203B41FA5}">
                      <a16:colId xmlns:a16="http://schemas.microsoft.com/office/drawing/2014/main" val="1860601039"/>
                    </a:ext>
                  </a:extLst>
                </a:gridCol>
                <a:gridCol w="1788243">
                  <a:extLst>
                    <a:ext uri="{9D8B030D-6E8A-4147-A177-3AD203B41FA5}">
                      <a16:colId xmlns:a16="http://schemas.microsoft.com/office/drawing/2014/main" val="33889095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感染パラメータ</a:t>
                      </a:r>
                      <a:r>
                        <a:rPr kumimoji="1" lang="en-US" altLang="ja-JP" dirty="0"/>
                        <a:t>R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収束まで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/>
                        <a:t>週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結末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0465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0.5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生存エンド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052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28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生存エンド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616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1.0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99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全滅エンド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708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1.1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25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全滅エンド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888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2.0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全滅エンド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8374995"/>
                  </a:ext>
                </a:extLst>
              </a:tr>
            </a:tbl>
          </a:graphicData>
        </a:graphic>
      </p:graphicFrame>
      <p:pic>
        <p:nvPicPr>
          <p:cNvPr id="13" name="図 12" descr="ゾンビのイラスト（空想上の生物）">
            <a:extLst>
              <a:ext uri="{FF2B5EF4-FFF2-40B4-BE49-F238E27FC236}">
                <a16:creationId xmlns:a16="http://schemas.microsoft.com/office/drawing/2014/main" id="{4C2776BB-FEDC-9901-F511-446880FDE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392" y="3799332"/>
            <a:ext cx="1886712" cy="1886712"/>
          </a:xfrm>
          <a:prstGeom prst="rect">
            <a:avLst/>
          </a:prstGeom>
        </p:spPr>
      </p:pic>
      <p:pic>
        <p:nvPicPr>
          <p:cNvPr id="14" name="図 13" descr="逃げている男性のイラスト">
            <a:extLst>
              <a:ext uri="{FF2B5EF4-FFF2-40B4-BE49-F238E27FC236}">
                <a16:creationId xmlns:a16="http://schemas.microsoft.com/office/drawing/2014/main" id="{AE6B3A48-6A24-41B4-FDA5-C64538781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594" y="3666460"/>
            <a:ext cx="1543304" cy="1794540"/>
          </a:xfrm>
          <a:prstGeom prst="rect">
            <a:avLst/>
          </a:prstGeom>
        </p:spPr>
      </p:pic>
      <p:pic>
        <p:nvPicPr>
          <p:cNvPr id="15" name="図 14" descr="逃げている女性のイラスト">
            <a:extLst>
              <a:ext uri="{FF2B5EF4-FFF2-40B4-BE49-F238E27FC236}">
                <a16:creationId xmlns:a16="http://schemas.microsoft.com/office/drawing/2014/main" id="{46188FA3-8DA5-047D-67E6-70892FFD4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5366" y="3960368"/>
            <a:ext cx="1547104" cy="188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70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</TotalTime>
  <Words>29</Words>
  <Application>Microsoft Macintosh PowerPoint</Application>
  <PresentationFormat>画面に合わせる (4:3)</PresentationFormat>
  <Paragraphs>18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3" baseType="lpstr"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渡辺 宙志</dc:creator>
  <cp:lastModifiedBy>渡辺 宙志</cp:lastModifiedBy>
  <cp:revision>12</cp:revision>
  <dcterms:created xsi:type="dcterms:W3CDTF">2026-07-04T06:31:55Z</dcterms:created>
  <dcterms:modified xsi:type="dcterms:W3CDTF">2026-07-07T10:20:48Z</dcterms:modified>
</cp:coreProperties>
</file>