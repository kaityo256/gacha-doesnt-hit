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79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3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ACAE61A-ED2F-9CF5-68A4-F93FCADD6A74}"/>
              </a:ext>
            </a:extLst>
          </p:cNvPr>
          <p:cNvGrpSpPr/>
          <p:nvPr/>
        </p:nvGrpSpPr>
        <p:grpSpPr>
          <a:xfrm>
            <a:off x="277786" y="852790"/>
            <a:ext cx="2368376" cy="1693349"/>
            <a:chOff x="402130" y="116632"/>
            <a:chExt cx="3794627" cy="2713095"/>
          </a:xfrm>
        </p:grpSpPr>
        <p:pic>
          <p:nvPicPr>
            <p:cNvPr id="3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1B57DDDB-1B62-0650-9226-C4B6C61AE6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130" y="1916832"/>
              <a:ext cx="912895" cy="912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8" descr="è©±ãåãäººãã¡ã®ã¤ã©ã¹ãï¼å¥³æ§4ï¼">
              <a:extLst>
                <a:ext uri="{FF2B5EF4-FFF2-40B4-BE49-F238E27FC236}">
                  <a16:creationId xmlns:a16="http://schemas.microsoft.com/office/drawing/2014/main" id="{01AE372D-9CCF-8FDA-F40F-507E0B2ED3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96" y="116632"/>
              <a:ext cx="734128" cy="955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5D02809E-8FA8-9F8B-2F6D-B747A33FA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5696" y="1916831"/>
              <a:ext cx="912895" cy="912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37047FF2-C5A8-0527-4577-05C8046220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3862" y="1916830"/>
              <a:ext cx="912895" cy="912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右矢印 6">
              <a:extLst>
                <a:ext uri="{FF2B5EF4-FFF2-40B4-BE49-F238E27FC236}">
                  <a16:creationId xmlns:a16="http://schemas.microsoft.com/office/drawing/2014/main" id="{807F946F-9C55-DB3F-E475-94DC1261C738}"/>
                </a:ext>
              </a:extLst>
            </p:cNvPr>
            <p:cNvSpPr/>
            <p:nvPr/>
          </p:nvSpPr>
          <p:spPr>
            <a:xfrm rot="8103042">
              <a:off x="1179422" y="1293400"/>
              <a:ext cx="864096" cy="43204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97E19BF-CCBF-75C6-C215-B7A36175A857}"/>
              </a:ext>
            </a:extLst>
          </p:cNvPr>
          <p:cNvGrpSpPr/>
          <p:nvPr/>
        </p:nvGrpSpPr>
        <p:grpSpPr>
          <a:xfrm>
            <a:off x="3168694" y="852790"/>
            <a:ext cx="2369974" cy="1713040"/>
            <a:chOff x="395536" y="2372535"/>
            <a:chExt cx="2369974" cy="1713040"/>
          </a:xfrm>
        </p:grpSpPr>
        <p:pic>
          <p:nvPicPr>
            <p:cNvPr id="9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0ABA313A-7033-60E6-2B97-141D2E808A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3496110"/>
              <a:ext cx="569774" cy="569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è©±ãåãäººãã¡ã®ã¤ã©ã¹ãï¼å¥³æ§4ï¼">
              <a:extLst>
                <a:ext uri="{FF2B5EF4-FFF2-40B4-BE49-F238E27FC236}">
                  <a16:creationId xmlns:a16="http://schemas.microsoft.com/office/drawing/2014/main" id="{5397FEB5-A852-175E-88EB-5DB04C33B4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281" y="2372535"/>
              <a:ext cx="458198" cy="59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0C92F122-E10C-ECCF-88F6-4E0F227E6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736" y="3501008"/>
              <a:ext cx="569774" cy="569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8C56D94A-7EBB-F962-FD2E-04B248D9085B}"/>
                </a:ext>
              </a:extLst>
            </p:cNvPr>
            <p:cNvSpPr/>
            <p:nvPr/>
          </p:nvSpPr>
          <p:spPr>
            <a:xfrm rot="8103042">
              <a:off x="880675" y="3107002"/>
              <a:ext cx="539316" cy="26965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3" name="Picture 6" descr="ãããã¯ã®ã¤ã©ã¹ã">
              <a:extLst>
                <a:ext uri="{FF2B5EF4-FFF2-40B4-BE49-F238E27FC236}">
                  <a16:creationId xmlns:a16="http://schemas.microsoft.com/office/drawing/2014/main" id="{9AEB946D-E019-3483-6CA7-09A21D477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8344" y="3499487"/>
              <a:ext cx="586088" cy="586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79500BB-E71D-6BBB-F2B8-5E539F8F025F}"/>
              </a:ext>
            </a:extLst>
          </p:cNvPr>
          <p:cNvGrpSpPr/>
          <p:nvPr/>
        </p:nvGrpSpPr>
        <p:grpSpPr>
          <a:xfrm>
            <a:off x="6061200" y="852790"/>
            <a:ext cx="2368376" cy="1698543"/>
            <a:chOff x="467544" y="4592846"/>
            <a:chExt cx="2368376" cy="1698543"/>
          </a:xfrm>
        </p:grpSpPr>
        <p:pic>
          <p:nvPicPr>
            <p:cNvPr id="15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3E456BEB-918F-36F8-128C-C08DEAB86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5716421"/>
              <a:ext cx="569774" cy="569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8" descr="è©±ãåãäººãã¡ã®ã¤ã©ã¹ãï¼å¥³æ§4ï¼">
              <a:extLst>
                <a:ext uri="{FF2B5EF4-FFF2-40B4-BE49-F238E27FC236}">
                  <a16:creationId xmlns:a16="http://schemas.microsoft.com/office/drawing/2014/main" id="{74799E69-5780-02AE-BF37-18E28E2B8F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2289" y="4592846"/>
              <a:ext cx="458198" cy="596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éããå®ç®±ã®ã¤ã©ã¹ã">
              <a:extLst>
                <a:ext uri="{FF2B5EF4-FFF2-40B4-BE49-F238E27FC236}">
                  <a16:creationId xmlns:a16="http://schemas.microsoft.com/office/drawing/2014/main" id="{66505395-E46C-EDE7-80E1-8CD1FC1C1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146" y="5716420"/>
              <a:ext cx="569774" cy="569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右矢印 17">
              <a:extLst>
                <a:ext uri="{FF2B5EF4-FFF2-40B4-BE49-F238E27FC236}">
                  <a16:creationId xmlns:a16="http://schemas.microsoft.com/office/drawing/2014/main" id="{D70EA636-E2D1-4D50-ED5A-3AEA3C4D6E7F}"/>
                </a:ext>
              </a:extLst>
            </p:cNvPr>
            <p:cNvSpPr/>
            <p:nvPr/>
          </p:nvSpPr>
          <p:spPr>
            <a:xfrm rot="8103042">
              <a:off x="952683" y="5327313"/>
              <a:ext cx="539316" cy="26965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9" name="Picture 6" descr="ãããã¯ã®ã¤ã©ã¹ã">
              <a:extLst>
                <a:ext uri="{FF2B5EF4-FFF2-40B4-BE49-F238E27FC236}">
                  <a16:creationId xmlns:a16="http://schemas.microsoft.com/office/drawing/2014/main" id="{2DD15DCA-ECC1-87CE-C7B3-C5D760F6D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882" y="5705301"/>
              <a:ext cx="586088" cy="586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右矢印 19">
              <a:extLst>
                <a:ext uri="{FF2B5EF4-FFF2-40B4-BE49-F238E27FC236}">
                  <a16:creationId xmlns:a16="http://schemas.microsoft.com/office/drawing/2014/main" id="{B087988E-AD0F-25E1-36CA-D76B3951AAC1}"/>
                </a:ext>
              </a:extLst>
            </p:cNvPr>
            <p:cNvSpPr/>
            <p:nvPr/>
          </p:nvSpPr>
          <p:spPr>
            <a:xfrm rot="2615014">
              <a:off x="1839113" y="5298020"/>
              <a:ext cx="539316" cy="269658"/>
            </a:xfrm>
            <a:prstGeom prst="rightArrow">
              <a:avLst/>
            </a:prstGeom>
            <a:solidFill>
              <a:srgbClr val="0118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27D55F-69FB-50A5-E63F-1A8B5DC86322}"/>
              </a:ext>
            </a:extLst>
          </p:cNvPr>
          <p:cNvSpPr txBox="1"/>
          <p:nvPr/>
        </p:nvSpPr>
        <p:spPr>
          <a:xfrm>
            <a:off x="31892" y="58479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(1)</a:t>
            </a:r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825D313-BA2E-24C1-E94F-083B525F1C15}"/>
              </a:ext>
            </a:extLst>
          </p:cNvPr>
          <p:cNvSpPr txBox="1"/>
          <p:nvPr/>
        </p:nvSpPr>
        <p:spPr>
          <a:xfrm>
            <a:off x="2888556" y="584792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(2)</a:t>
            </a:r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1B61213-AD60-25C3-490D-BA725FE21221}"/>
              </a:ext>
            </a:extLst>
          </p:cNvPr>
          <p:cNvSpPr txBox="1"/>
          <p:nvPr/>
        </p:nvSpPr>
        <p:spPr>
          <a:xfrm>
            <a:off x="5611401" y="584792"/>
            <a:ext cx="44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(3)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21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9</Words>
  <Application>Microsoft Macintosh PowerPoint</Application>
  <PresentationFormat>画面に合わせる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 宙志</dc:creator>
  <cp:lastModifiedBy>渡辺 宙志</cp:lastModifiedBy>
  <cp:revision>2</cp:revision>
  <dcterms:created xsi:type="dcterms:W3CDTF">2026-06-10T03:25:47Z</dcterms:created>
  <dcterms:modified xsi:type="dcterms:W3CDTF">2026-06-10T03:28:20Z</dcterms:modified>
</cp:coreProperties>
</file>