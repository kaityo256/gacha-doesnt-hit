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70"/>
    <p:restoredTop sz="94667"/>
  </p:normalViewPr>
  <p:slideViewPr>
    <p:cSldViewPr snapToGrid="0">
      <p:cViewPr varScale="1">
        <p:scale>
          <a:sx n="95" d="100"/>
          <a:sy n="95" d="100"/>
        </p:scale>
        <p:origin x="19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29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26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18A86D5-EBCB-97EF-8257-9018076A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452" y="3686477"/>
            <a:ext cx="4103071" cy="300956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7643F36-CD20-901F-080D-7439C4E47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395" y="607127"/>
            <a:ext cx="3847184" cy="2821873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77134F-DCEF-CBDD-E03B-E648C891CC0E}"/>
              </a:ext>
            </a:extLst>
          </p:cNvPr>
          <p:cNvSpPr txBox="1"/>
          <p:nvPr/>
        </p:nvSpPr>
        <p:spPr>
          <a:xfrm>
            <a:off x="2582461" y="5688418"/>
            <a:ext cx="13388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金利手数料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2E0DC7-EF8D-A5CD-B147-54B33EC7B499}"/>
              </a:ext>
            </a:extLst>
          </p:cNvPr>
          <p:cNvSpPr txBox="1"/>
          <p:nvPr/>
        </p:nvSpPr>
        <p:spPr>
          <a:xfrm>
            <a:off x="4191521" y="3952803"/>
            <a:ext cx="11079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元本返済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836B12-C65A-2BAA-41AC-4DD66C836D50}"/>
              </a:ext>
            </a:extLst>
          </p:cNvPr>
          <p:cNvSpPr txBox="1"/>
          <p:nvPr/>
        </p:nvSpPr>
        <p:spPr>
          <a:xfrm>
            <a:off x="523289" y="2799906"/>
            <a:ext cx="13388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金利手数料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81EAE88E-5C7D-5DBA-B7CF-99C4E1F26CC7}"/>
              </a:ext>
            </a:extLst>
          </p:cNvPr>
          <p:cNvCxnSpPr>
            <a:stCxn id="4" idx="3"/>
          </p:cNvCxnSpPr>
          <p:nvPr/>
        </p:nvCxnSpPr>
        <p:spPr>
          <a:xfrm flipV="1">
            <a:off x="1862117" y="2977116"/>
            <a:ext cx="518326" cy="7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E99145-8231-47DF-D215-D2E31A3AC64C}"/>
              </a:ext>
            </a:extLst>
          </p:cNvPr>
          <p:cNvSpPr txBox="1"/>
          <p:nvPr/>
        </p:nvSpPr>
        <p:spPr>
          <a:xfrm>
            <a:off x="3529987" y="1648731"/>
            <a:ext cx="11079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元本返済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E69709-91B6-C2FE-AD05-9FA0E03EA994}"/>
              </a:ext>
            </a:extLst>
          </p:cNvPr>
          <p:cNvSpPr txBox="1"/>
          <p:nvPr/>
        </p:nvSpPr>
        <p:spPr>
          <a:xfrm>
            <a:off x="1237129" y="537883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(a)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914680-5B5C-5882-5FB4-0DBCEC6A5F4D}"/>
              </a:ext>
            </a:extLst>
          </p:cNvPr>
          <p:cNvSpPr txBox="1"/>
          <p:nvPr/>
        </p:nvSpPr>
        <p:spPr>
          <a:xfrm>
            <a:off x="1237129" y="3426715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(b)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7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14</Words>
  <Application>Microsoft Macintosh PowerPoint</Application>
  <PresentationFormat>画面に合わせる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3" baseType="lpstr"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 宙志</dc:creator>
  <cp:lastModifiedBy>渡辺 宙志</cp:lastModifiedBy>
  <cp:revision>13</cp:revision>
  <dcterms:created xsi:type="dcterms:W3CDTF">2026-07-04T06:31:55Z</dcterms:created>
  <dcterms:modified xsi:type="dcterms:W3CDTF">2026-07-07T05:47:10Z</dcterms:modified>
</cp:coreProperties>
</file>