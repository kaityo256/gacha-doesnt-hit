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28"/>
    <p:restoredTop sz="94662"/>
  </p:normalViewPr>
  <p:slideViewPr>
    <p:cSldViewPr snapToGrid="0">
      <p:cViewPr varScale="1">
        <p:scale>
          <a:sx n="150" d="100"/>
          <a:sy n="150" d="100"/>
        </p:scale>
        <p:origin x="176" y="6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F6E7BC-C12F-7E4F-A116-AB124D3F6602}" type="datetimeFigureOut">
              <a:rPr kumimoji="1" lang="ja-JP" altLang="en-US" smtClean="0"/>
              <a:t>2026/7/7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702D75-C20E-DC4F-BD39-2263708192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3245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702D75-C20E-DC4F-BD39-2263708192D1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11988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702D75-C20E-DC4F-BD39-2263708192D1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3576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5297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266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918A86D5-EBCB-97EF-8257-9018076A3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452" y="3686477"/>
            <a:ext cx="4103071" cy="3009564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7643F36-CD20-901F-080D-7439C4E47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395" y="607127"/>
            <a:ext cx="3847184" cy="2821873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077134F-DCEF-CBDD-E03B-E648C891CC0E}"/>
              </a:ext>
            </a:extLst>
          </p:cNvPr>
          <p:cNvSpPr txBox="1"/>
          <p:nvPr/>
        </p:nvSpPr>
        <p:spPr>
          <a:xfrm>
            <a:off x="2582461" y="5688418"/>
            <a:ext cx="13388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/>
              <a:t>金利手数料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D2E0DC7-EF8D-A5CD-B147-54B33EC7B499}"/>
              </a:ext>
            </a:extLst>
          </p:cNvPr>
          <p:cNvSpPr txBox="1"/>
          <p:nvPr/>
        </p:nvSpPr>
        <p:spPr>
          <a:xfrm>
            <a:off x="4191521" y="3952803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/>
              <a:t>元本返済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5836B12-C65A-2BAA-41AC-4DD66C836D50}"/>
              </a:ext>
            </a:extLst>
          </p:cNvPr>
          <p:cNvSpPr txBox="1"/>
          <p:nvPr/>
        </p:nvSpPr>
        <p:spPr>
          <a:xfrm>
            <a:off x="523289" y="2799906"/>
            <a:ext cx="13388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/>
              <a:t>金利手数料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81EAE88E-5C7D-5DBA-B7CF-99C4E1F26CC7}"/>
              </a:ext>
            </a:extLst>
          </p:cNvPr>
          <p:cNvCxnSpPr>
            <a:stCxn id="4" idx="3"/>
          </p:cNvCxnSpPr>
          <p:nvPr/>
        </p:nvCxnSpPr>
        <p:spPr>
          <a:xfrm flipV="1">
            <a:off x="1862117" y="2977116"/>
            <a:ext cx="518326" cy="74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4E99145-8231-47DF-D215-D2E31A3AC64C}"/>
              </a:ext>
            </a:extLst>
          </p:cNvPr>
          <p:cNvSpPr txBox="1"/>
          <p:nvPr/>
        </p:nvSpPr>
        <p:spPr>
          <a:xfrm>
            <a:off x="3529987" y="1648731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/>
              <a:t>元本返済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0E69709-91B6-C2FE-AD05-9FA0E03EA994}"/>
              </a:ext>
            </a:extLst>
          </p:cNvPr>
          <p:cNvSpPr txBox="1"/>
          <p:nvPr/>
        </p:nvSpPr>
        <p:spPr>
          <a:xfrm>
            <a:off x="1237129" y="537883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(a)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F914680-5B5C-5882-5FB4-0DBCEC6A5F4D}"/>
              </a:ext>
            </a:extLst>
          </p:cNvPr>
          <p:cNvSpPr txBox="1"/>
          <p:nvPr/>
        </p:nvSpPr>
        <p:spPr>
          <a:xfrm>
            <a:off x="1237129" y="3426715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(b)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370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A8CF7B64-B796-2997-6EAD-F37DA69EA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715" y="948703"/>
            <a:ext cx="2881765" cy="221782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70082F9-7B76-7635-A788-CC8BDF09DFE5}"/>
              </a:ext>
            </a:extLst>
          </p:cNvPr>
          <p:cNvSpPr txBox="1"/>
          <p:nvPr/>
        </p:nvSpPr>
        <p:spPr>
          <a:xfrm>
            <a:off x="584200" y="722147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(a)</a:t>
            </a:r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405D26C-6919-F349-4840-6E556D4165B7}"/>
              </a:ext>
            </a:extLst>
          </p:cNvPr>
          <p:cNvSpPr txBox="1"/>
          <p:nvPr/>
        </p:nvSpPr>
        <p:spPr>
          <a:xfrm>
            <a:off x="584200" y="3506802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(b)</a:t>
            </a:r>
            <a:endParaRPr kumimoji="1" lang="ja-JP" altLang="en-US"/>
          </a:p>
        </p:txBody>
      </p:sp>
      <p:pic>
        <p:nvPicPr>
          <p:cNvPr id="8" name="図 7" descr="ボルボックスのイラスト">
            <a:extLst>
              <a:ext uri="{FF2B5EF4-FFF2-40B4-BE49-F238E27FC236}">
                <a16:creationId xmlns:a16="http://schemas.microsoft.com/office/drawing/2014/main" id="{6112FB55-1ACD-8F57-77B8-DA52EC8294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0350" y="2146740"/>
            <a:ext cx="563034" cy="563034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4D1EB2C4-1539-5C20-1951-88FF44DE11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4715" y="3776133"/>
            <a:ext cx="2881765" cy="2196640"/>
          </a:xfrm>
          <a:prstGeom prst="rect">
            <a:avLst/>
          </a:prstGeom>
        </p:spPr>
      </p:pic>
      <p:pic>
        <p:nvPicPr>
          <p:cNvPr id="9" name="図 8" descr="ボルボックスのイラスト">
            <a:extLst>
              <a:ext uri="{FF2B5EF4-FFF2-40B4-BE49-F238E27FC236}">
                <a16:creationId xmlns:a16="http://schemas.microsoft.com/office/drawing/2014/main" id="{45E633E9-4989-0B67-E49F-BDD8FC52C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8488" y="4880594"/>
            <a:ext cx="563034" cy="563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782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</TotalTime>
  <Words>22</Words>
  <Application>Microsoft Macintosh PowerPoint</Application>
  <PresentationFormat>画面に合わせる (4:3)</PresentationFormat>
  <Paragraphs>10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5" baseType="lpstr">
      <vt:lpstr>游ゴシック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渡辺 宙志</dc:creator>
  <cp:lastModifiedBy>渡辺 宙志</cp:lastModifiedBy>
  <cp:revision>17</cp:revision>
  <dcterms:created xsi:type="dcterms:W3CDTF">2026-07-04T06:31:55Z</dcterms:created>
  <dcterms:modified xsi:type="dcterms:W3CDTF">2026-07-07T10:03:33Z</dcterms:modified>
</cp:coreProperties>
</file>